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4"/>
    <p:sldMasterId id="2147483683" r:id="rId5"/>
    <p:sldMasterId id="214748368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0"/>
            <a:ext cx="12192000" cy="10175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0" y="0"/>
            <a:ext cx="16933" cy="101758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0" y="0"/>
            <a:ext cx="169333" cy="1017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 txBox="1"/>
          <p:nvPr>
            <p:ph type="ctrTitle"/>
          </p:nvPr>
        </p:nvSpPr>
        <p:spPr>
          <a:xfrm>
            <a:off x="0" y="1274400"/>
            <a:ext cx="12192000" cy="10800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216000" lIns="981950" spcFirstLastPara="1" rIns="268250" wrap="square" tIns="216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1" y="4032000"/>
            <a:ext cx="12187768" cy="1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lv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2"/>
              <a:buFont typeface="Verdana"/>
              <a:buNone/>
              <a:defRPr sz="1902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  <p:sp>
        <p:nvSpPr>
          <p:cNvPr id="27" name="Google Shape;27;p2"/>
          <p:cNvSpPr/>
          <p:nvPr/>
        </p:nvSpPr>
        <p:spPr>
          <a:xfrm>
            <a:off x="-1" y="1017588"/>
            <a:ext cx="12192000" cy="266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714567" y="1079501"/>
            <a:ext cx="254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0663767" y="1079501"/>
            <a:ext cx="529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endParaRPr/>
          </a:p>
        </p:txBody>
      </p:sp>
      <p:pic>
        <p:nvPicPr>
          <p:cNvPr id="30" name="Google Shape;3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050" y="205232"/>
            <a:ext cx="2399004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 txBox="1"/>
          <p:nvPr/>
        </p:nvSpPr>
        <p:spPr>
          <a:xfrm>
            <a:off x="3687764" y="339725"/>
            <a:ext cx="6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811838" y="341313"/>
            <a:ext cx="2400300" cy="41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9838267" y="1079501"/>
            <a:ext cx="762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7000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1" y="2230438"/>
            <a:ext cx="5992284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 sz="2400"/>
            </a:lvl2pPr>
            <a:lvl3pPr indent="-3365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6195484" y="2230438"/>
            <a:ext cx="5992283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 sz="2400"/>
            </a:lvl2pPr>
            <a:lvl3pPr indent="-3365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0" y="1282700"/>
            <a:ext cx="12192000" cy="638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623392" y="2132856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7000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609600" y="2780929"/>
            <a:ext cx="5386917" cy="37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▪"/>
              <a:defRPr sz="2000"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193368" y="2132857"/>
            <a:ext cx="5389033" cy="648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7000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193368" y="2780929"/>
            <a:ext cx="5389033" cy="37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▪"/>
              <a:defRPr sz="2000"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335361" y="1340768"/>
            <a:ext cx="4285324" cy="864096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4766733" y="1340768"/>
            <a:ext cx="6815667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›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2800"/>
            </a:lvl2pPr>
            <a:lvl3pPr indent="-35814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Char char="-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335361" y="2204864"/>
            <a:ext cx="4285324" cy="43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2389717" y="5085184"/>
            <a:ext cx="7315200" cy="64807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2389717" y="1484784"/>
            <a:ext cx="7315200" cy="3600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Courier New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389717" y="5733256"/>
            <a:ext cx="73152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 rot="5400000">
            <a:off x="3868923" y="-1714845"/>
            <a:ext cx="4449922" cy="1218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 rot="5400000">
            <a:off x="8061326" y="2421996"/>
            <a:ext cx="5207000" cy="3045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 rot="5400000">
            <a:off x="1865843" y="-524404"/>
            <a:ext cx="5207000" cy="893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2575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3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0" y="0"/>
            <a:ext cx="12192000" cy="10175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>
            <p:ph type="ctrTitle"/>
          </p:nvPr>
        </p:nvSpPr>
        <p:spPr>
          <a:xfrm>
            <a:off x="-1" y="1278000"/>
            <a:ext cx="12192000" cy="24765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45700" lIns="982075" spcFirstLastPara="1" rIns="267825" wrap="square" tIns="216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/>
          <p:nvPr/>
        </p:nvSpPr>
        <p:spPr>
          <a:xfrm>
            <a:off x="0" y="0"/>
            <a:ext cx="16933" cy="101758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0" y="0"/>
            <a:ext cx="169333" cy="1017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>
            <p:ph idx="1" type="subTitle"/>
          </p:nvPr>
        </p:nvSpPr>
        <p:spPr>
          <a:xfrm>
            <a:off x="1" y="4035425"/>
            <a:ext cx="1218776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lv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None/>
              <a:defRPr sz="19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  <p:sp>
        <p:nvSpPr>
          <p:cNvPr id="88" name="Google Shape;88;p15"/>
          <p:cNvSpPr/>
          <p:nvPr/>
        </p:nvSpPr>
        <p:spPr>
          <a:xfrm>
            <a:off x="-1" y="1017588"/>
            <a:ext cx="12192000" cy="266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050" y="205232"/>
            <a:ext cx="2399004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3687764" y="338138"/>
            <a:ext cx="6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811838" y="341314"/>
            <a:ext cx="24003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1" y="2230438"/>
            <a:ext cx="5992284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9pPr>
          </a:lstStyle>
          <a:p/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6195484" y="2230438"/>
            <a:ext cx="5992283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0" y="1282700"/>
            <a:ext cx="12192000" cy="638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623392" y="2132856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19"/>
          <p:cNvSpPr txBox="1"/>
          <p:nvPr>
            <p:ph idx="2" type="body"/>
          </p:nvPr>
        </p:nvSpPr>
        <p:spPr>
          <a:xfrm>
            <a:off x="609600" y="2780929"/>
            <a:ext cx="5386917" cy="37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9pPr>
          </a:lstStyle>
          <a:p/>
        </p:txBody>
      </p:sp>
      <p:sp>
        <p:nvSpPr>
          <p:cNvPr id="106" name="Google Shape;106;p19"/>
          <p:cNvSpPr txBox="1"/>
          <p:nvPr>
            <p:ph idx="3" type="body"/>
          </p:nvPr>
        </p:nvSpPr>
        <p:spPr>
          <a:xfrm>
            <a:off x="6193368" y="2132857"/>
            <a:ext cx="5389033" cy="648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19"/>
          <p:cNvSpPr txBox="1"/>
          <p:nvPr>
            <p:ph idx="4" type="body"/>
          </p:nvPr>
        </p:nvSpPr>
        <p:spPr>
          <a:xfrm>
            <a:off x="6193368" y="2780929"/>
            <a:ext cx="5389033" cy="37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35361" y="1340768"/>
            <a:ext cx="4285324" cy="864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766733" y="1340768"/>
            <a:ext cx="6815667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›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335361" y="2204864"/>
            <a:ext cx="4285324" cy="43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2389717" y="5085184"/>
            <a:ext cx="7315200" cy="648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/>
          <p:nvPr>
            <p:ph idx="2" type="pic"/>
          </p:nvPr>
        </p:nvSpPr>
        <p:spPr>
          <a:xfrm>
            <a:off x="2389717" y="1484783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2389717" y="5733256"/>
            <a:ext cx="73152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934884" y="-1704446"/>
            <a:ext cx="4318000" cy="1218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 rot="5400000">
            <a:off x="8061326" y="2421996"/>
            <a:ext cx="5207000" cy="3045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 rot="5400000">
            <a:off x="1865843" y="-524404"/>
            <a:ext cx="5207000" cy="893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/>
          <p:nvPr/>
        </p:nvSpPr>
        <p:spPr>
          <a:xfrm>
            <a:off x="0" y="0"/>
            <a:ext cx="12192000" cy="10175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7"/>
          <p:cNvSpPr txBox="1"/>
          <p:nvPr>
            <p:ph type="ctrTitle"/>
          </p:nvPr>
        </p:nvSpPr>
        <p:spPr>
          <a:xfrm>
            <a:off x="-1" y="1278000"/>
            <a:ext cx="12192000" cy="24765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45700" lIns="982075" spcFirstLastPara="1" rIns="267825" wrap="square" tIns="216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7"/>
          <p:cNvSpPr/>
          <p:nvPr/>
        </p:nvSpPr>
        <p:spPr>
          <a:xfrm>
            <a:off x="0" y="0"/>
            <a:ext cx="16933" cy="101758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0" y="0"/>
            <a:ext cx="169333" cy="1017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1" y="4035425"/>
            <a:ext cx="1218776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lv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None/>
              <a:defRPr sz="19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  <p:sp>
        <p:nvSpPr>
          <p:cNvPr id="143" name="Google Shape;143;p27"/>
          <p:cNvSpPr/>
          <p:nvPr/>
        </p:nvSpPr>
        <p:spPr>
          <a:xfrm>
            <a:off x="-1" y="1017588"/>
            <a:ext cx="12192000" cy="266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7050" y="205232"/>
            <a:ext cx="2399004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3687764" y="338138"/>
            <a:ext cx="6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5811838" y="341314"/>
            <a:ext cx="24003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1" y="2230438"/>
            <a:ext cx="5992284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6195484" y="2230438"/>
            <a:ext cx="5992283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›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2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0" y="1282700"/>
            <a:ext cx="12192000" cy="638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623392" y="2132856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609600" y="2780929"/>
            <a:ext cx="5386917" cy="37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9pPr>
          </a:lstStyle>
          <a:p/>
        </p:txBody>
      </p:sp>
      <p:sp>
        <p:nvSpPr>
          <p:cNvPr id="161" name="Google Shape;161;p31"/>
          <p:cNvSpPr txBox="1"/>
          <p:nvPr>
            <p:ph idx="3" type="body"/>
          </p:nvPr>
        </p:nvSpPr>
        <p:spPr>
          <a:xfrm>
            <a:off x="6193368" y="2132857"/>
            <a:ext cx="5389033" cy="6480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31"/>
          <p:cNvSpPr txBox="1"/>
          <p:nvPr>
            <p:ph idx="4" type="body"/>
          </p:nvPr>
        </p:nvSpPr>
        <p:spPr>
          <a:xfrm>
            <a:off x="6193368" y="2780929"/>
            <a:ext cx="5389033" cy="37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›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335361" y="1340768"/>
            <a:ext cx="4285324" cy="864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4766733" y="1340768"/>
            <a:ext cx="6815667" cy="518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›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  <a:defRPr sz="2000"/>
            </a:lvl9pPr>
          </a:lstStyle>
          <a:p/>
        </p:txBody>
      </p:sp>
      <p:sp>
        <p:nvSpPr>
          <p:cNvPr id="169" name="Google Shape;169;p34"/>
          <p:cNvSpPr txBox="1"/>
          <p:nvPr>
            <p:ph idx="2" type="body"/>
          </p:nvPr>
        </p:nvSpPr>
        <p:spPr>
          <a:xfrm>
            <a:off x="335361" y="2204864"/>
            <a:ext cx="4285324" cy="43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2389717" y="5085184"/>
            <a:ext cx="7315200" cy="648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5"/>
          <p:cNvSpPr/>
          <p:nvPr>
            <p:ph idx="2" type="pic"/>
          </p:nvPr>
        </p:nvSpPr>
        <p:spPr>
          <a:xfrm>
            <a:off x="2389717" y="1484783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73" name="Google Shape;173;p35"/>
          <p:cNvSpPr txBox="1"/>
          <p:nvPr>
            <p:ph idx="1" type="body"/>
          </p:nvPr>
        </p:nvSpPr>
        <p:spPr>
          <a:xfrm>
            <a:off x="2389717" y="5733256"/>
            <a:ext cx="73152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6"/>
          <p:cNvSpPr txBox="1"/>
          <p:nvPr>
            <p:ph idx="1" type="body"/>
          </p:nvPr>
        </p:nvSpPr>
        <p:spPr>
          <a:xfrm rot="5400000">
            <a:off x="3934884" y="-1704446"/>
            <a:ext cx="4318000" cy="1218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 txBox="1"/>
          <p:nvPr>
            <p:ph type="title"/>
          </p:nvPr>
        </p:nvSpPr>
        <p:spPr>
          <a:xfrm rot="5400000">
            <a:off x="8061326" y="2421996"/>
            <a:ext cx="5207000" cy="30458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7"/>
          <p:cNvSpPr txBox="1"/>
          <p:nvPr>
            <p:ph idx="1" type="body"/>
          </p:nvPr>
        </p:nvSpPr>
        <p:spPr>
          <a:xfrm rot="5400000">
            <a:off x="1865843" y="-524404"/>
            <a:ext cx="5207000" cy="893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›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9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6933" cy="101758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0"/>
            <a:ext cx="169333" cy="1017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>
            <a:lvl1pPr indent="-38735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›"/>
              <a:defRPr i="0" sz="2500" u="none" cap="none" strike="noStrike">
                <a:solidFill>
                  <a:schemeClr val="dk1"/>
                </a:solidFill>
              </a:defRPr>
            </a:lvl1pPr>
            <a:lvl2pPr indent="-307975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Char char="▪"/>
              <a:defRPr i="0" sz="2500" u="none" cap="none" strike="noStrike">
                <a:solidFill>
                  <a:schemeClr val="dk1"/>
                </a:solidFill>
              </a:defRPr>
            </a:lvl2pPr>
            <a:lvl3pPr indent="-363538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Char char="-"/>
              <a:defRPr i="0" sz="2500" u="none" cap="none" strike="noStrike">
                <a:solidFill>
                  <a:schemeClr val="dk1"/>
                </a:solidFill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  <a:defRPr i="0" sz="2500" u="none" cap="none" strike="noStrike">
                <a:solidFill>
                  <a:schemeClr val="dk1"/>
                </a:solidFill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  <a:defRPr i="0" sz="2500" u="none" cap="none" strike="noStrike">
                <a:solidFill>
                  <a:schemeClr val="dk1"/>
                </a:solidFill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  <a:defRPr i="0" sz="2500" u="none" cap="none" strike="noStrike">
                <a:solidFill>
                  <a:schemeClr val="dk1"/>
                </a:solidFill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  <a:defRPr i="0" sz="2500" u="none" cap="none" strike="noStrike">
                <a:solidFill>
                  <a:schemeClr val="dk1"/>
                </a:solidFill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  <a:defRPr i="0" sz="2500" u="none" cap="none" strike="noStrike">
                <a:solidFill>
                  <a:schemeClr val="dk1"/>
                </a:solidFill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  <a:defRPr i="0" sz="25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i="0" sz="4200" u="none" cap="none" strike="noStrike">
                <a:solidFill>
                  <a:schemeClr val="dk1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" name="Google Shape;14;p1"/>
          <p:cNvSpPr/>
          <p:nvPr/>
        </p:nvSpPr>
        <p:spPr>
          <a:xfrm>
            <a:off x="-1" y="1016000"/>
            <a:ext cx="12192000" cy="266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0714567" y="1069340"/>
            <a:ext cx="254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10663767" y="1069340"/>
            <a:ext cx="529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27050" y="205232"/>
            <a:ext cx="2399004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 txBox="1"/>
          <p:nvPr/>
        </p:nvSpPr>
        <p:spPr>
          <a:xfrm>
            <a:off x="3687764" y="339725"/>
            <a:ext cx="6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811838" y="341313"/>
            <a:ext cx="2400300" cy="41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9838267" y="1069340"/>
            <a:ext cx="762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16933" cy="101758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0" y="0"/>
            <a:ext cx="169333" cy="1017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8735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Verdana"/>
              <a:buChar char="›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7975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Noto Sans Symbols"/>
              <a:buChar char="▪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73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5" name="Google Shape;75;p14"/>
          <p:cNvSpPr/>
          <p:nvPr/>
        </p:nvSpPr>
        <p:spPr>
          <a:xfrm>
            <a:off x="-1" y="1016000"/>
            <a:ext cx="12192000" cy="266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0714567" y="1069340"/>
            <a:ext cx="254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0663767" y="1069340"/>
            <a:ext cx="529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27050" y="205232"/>
            <a:ext cx="2399004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3687764" y="338138"/>
            <a:ext cx="6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811838" y="341314"/>
            <a:ext cx="24003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9838267" y="1069340"/>
            <a:ext cx="762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04-01-2019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/>
          <p:nvPr/>
        </p:nvSpPr>
        <p:spPr>
          <a:xfrm>
            <a:off x="169333" y="0"/>
            <a:ext cx="338667" cy="1017588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6"/>
          <p:cNvSpPr/>
          <p:nvPr/>
        </p:nvSpPr>
        <p:spPr>
          <a:xfrm>
            <a:off x="0" y="0"/>
            <a:ext cx="169333" cy="1017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>
            <a:lvl1pPr indent="-38735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Verdana"/>
              <a:buChar char="›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7975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Noto Sans Symbols"/>
              <a:buChar char="▪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73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urier New"/>
              <a:buChar char="-"/>
              <a:defRPr b="0" i="0" sz="2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82800" spcFirstLastPara="1" rIns="2700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0" name="Google Shape;130;p26"/>
          <p:cNvSpPr/>
          <p:nvPr/>
        </p:nvSpPr>
        <p:spPr>
          <a:xfrm>
            <a:off x="-1" y="1016000"/>
            <a:ext cx="12192000" cy="266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10714567" y="1069340"/>
            <a:ext cx="254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10663767" y="1069340"/>
            <a:ext cx="529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" name="Google Shape;133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27050" y="205232"/>
            <a:ext cx="2399004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/>
        </p:nvSpPr>
        <p:spPr>
          <a:xfrm>
            <a:off x="3687764" y="338138"/>
            <a:ext cx="6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6"/>
          <p:cNvSpPr txBox="1"/>
          <p:nvPr/>
        </p:nvSpPr>
        <p:spPr>
          <a:xfrm>
            <a:off x="5811838" y="341314"/>
            <a:ext cx="2400300" cy="306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CC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9838267" y="1069340"/>
            <a:ext cx="7620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04-01-2019</a:t>
            </a:r>
            <a:endParaRPr b="0" i="0" sz="9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>
            <p:ph type="ctrTitle"/>
          </p:nvPr>
        </p:nvSpPr>
        <p:spPr>
          <a:xfrm>
            <a:off x="0" y="1274400"/>
            <a:ext cx="12192000" cy="10800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216000" lIns="981950" spcFirstLastPara="1" rIns="268250" wrap="square" tIns="21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8"/>
          <p:cNvSpPr txBox="1"/>
          <p:nvPr>
            <p:ph idx="1" type="subTitle"/>
          </p:nvPr>
        </p:nvSpPr>
        <p:spPr>
          <a:xfrm>
            <a:off x="1" y="4032000"/>
            <a:ext cx="12187768" cy="19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2"/>
              <a:buFont typeface="Verdana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9"/>
          <p:cNvSpPr txBox="1"/>
          <p:nvPr>
            <p:ph type="title"/>
          </p:nvPr>
        </p:nvSpPr>
        <p:spPr>
          <a:xfrm>
            <a:off x="1" y="1282700"/>
            <a:ext cx="12187768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82800" spcFirstLastPara="1" rIns="270000" wrap="square" tIns="4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9"/>
          <p:cNvSpPr txBox="1"/>
          <p:nvPr>
            <p:ph idx="1" type="body"/>
          </p:nvPr>
        </p:nvSpPr>
        <p:spPr>
          <a:xfrm>
            <a:off x="1" y="2154078"/>
            <a:ext cx="12187768" cy="44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70000" wrap="square" tIns="45700">
            <a:noAutofit/>
          </a:bodyPr>
          <a:lstStyle/>
          <a:p>
            <a:pPr indent="-90488" lvl="0" marL="24923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0"/>
          <p:cNvSpPr txBox="1"/>
          <p:nvPr>
            <p:ph type="ctrTitle"/>
          </p:nvPr>
        </p:nvSpPr>
        <p:spPr>
          <a:xfrm>
            <a:off x="-1" y="1278000"/>
            <a:ext cx="12192000" cy="24765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45700" lIns="982075" spcFirstLastPara="1" rIns="267825" wrap="square" tIns="21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Break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0"/>
          <p:cNvSpPr txBox="1"/>
          <p:nvPr>
            <p:ph idx="1" type="subTitle"/>
          </p:nvPr>
        </p:nvSpPr>
        <p:spPr>
          <a:xfrm>
            <a:off x="1" y="4035425"/>
            <a:ext cx="1218776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/>
          <p:nvPr>
            <p:ph type="ctrTitle"/>
          </p:nvPr>
        </p:nvSpPr>
        <p:spPr>
          <a:xfrm>
            <a:off x="-1" y="1278000"/>
            <a:ext cx="12192000" cy="24765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45700" lIns="982075" spcFirstLastPara="1" rIns="267825" wrap="square" tIns="21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Thank you for your attention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1"/>
          <p:cNvSpPr txBox="1"/>
          <p:nvPr>
            <p:ph idx="1" type="subTitle"/>
          </p:nvPr>
        </p:nvSpPr>
        <p:spPr>
          <a:xfrm>
            <a:off x="1" y="4035425"/>
            <a:ext cx="1218776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82075" spcFirstLastPara="1" rIns="2678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erdana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Design">
  <a:themeElements>
    <a:clrScheme name="Title Design 1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9CEF"/>
      </a:accent1>
      <a:accent2>
        <a:srgbClr val="CC0000"/>
      </a:accent2>
      <a:accent3>
        <a:srgbClr val="FFFFFF"/>
      </a:accent3>
      <a:accent4>
        <a:srgbClr val="000000"/>
      </a:accent4>
      <a:accent5>
        <a:srgbClr val="AACBF6"/>
      </a:accent5>
      <a:accent6>
        <a:srgbClr val="B90000"/>
      </a:accent6>
      <a:hlink>
        <a:srgbClr val="000000"/>
      </a:hlink>
      <a:folHlink>
        <a:srgbClr val="772D6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eak Design">
  <a:themeElements>
    <a:clrScheme name="Break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nd Design">
  <a:themeElements>
    <a:clrScheme name="End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