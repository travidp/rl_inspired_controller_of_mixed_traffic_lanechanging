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07df3db2b4da2" /><Relationship Type="http://schemas.openxmlformats.org/officeDocument/2006/relationships/extended-properties" Target="/docProps/app.xml" Id="Rd7cd85c18c0841a5" /><Relationship Type="http://schemas.openxmlformats.org/officeDocument/2006/relationships/officeDocument" Target="/ppt/presentation.xml" Id="Re195f2e24ace48ff" /></Relationships>
</file>

<file path=ppt/presentation.xml><?xml version="1.0" encoding="utf-8"?>
<p:presentation xmlns:p="http://schemas.openxmlformats.org/presentationml/2006/main">
  <p:sldMasterIdLst>
    <p:sldMasterId xmlns:r="http://schemas.openxmlformats.org/officeDocument/2006/relationships" id="2147483648" r:id="R61cf9c4894db443c"/>
    <p:sldMasterId xmlns:r="http://schemas.openxmlformats.org/officeDocument/2006/relationships" id="2147483661" r:id="R372b251272e74adf"/>
    <p:sldMasterId xmlns:r="http://schemas.openxmlformats.org/officeDocument/2006/relationships" id="2147483673" r:id="R01d5d6c7b52e4757"/>
  </p:sldMasterIdLst>
  <p:notesMasterIdLst>
    <p:notesMasterId xmlns:r="http://schemas.openxmlformats.org/officeDocument/2006/relationships" r:id="R5aec2eeb7de94eb4"/>
  </p:notesMasterIdLst>
  <p:sldIdLst>
    <p:sldId xmlns:r="http://schemas.openxmlformats.org/officeDocument/2006/relationships" id="256" r:id="Rc0a4ca0979c5428f"/>
    <p:sldId xmlns:r="http://schemas.openxmlformats.org/officeDocument/2006/relationships" id="257" r:id="R741d3c95fafa49e0"/>
    <p:sldId xmlns:r="http://schemas.openxmlformats.org/officeDocument/2006/relationships" id="258" r:id="R5d0c0731954b4f55"/>
    <p:sldId xmlns:r="http://schemas.openxmlformats.org/officeDocument/2006/relationships" id="259" r:id="Rf6932b18a4454c56"/>
    <p:sldId xmlns:r="http://schemas.openxmlformats.org/officeDocument/2006/relationships" id="260" r:id="R3749ce6b465445b8"/>
    <p:sldId xmlns:r="http://schemas.openxmlformats.org/officeDocument/2006/relationships" id="261" r:id="Raeaf0f8fd2a74e99"/>
    <p:sldId xmlns:r="http://schemas.openxmlformats.org/officeDocument/2006/relationships" id="262" r:id="R608cad0bec4044b4"/>
    <p:sldId xmlns:r="http://schemas.openxmlformats.org/officeDocument/2006/relationships" id="263" r:id="R763f1596e92b46df"/>
    <p:sldId xmlns:r="http://schemas.openxmlformats.org/officeDocument/2006/relationships" id="264" r:id="Rcfb0b74f0bf64da6"/>
    <p:sldId xmlns:r="http://schemas.openxmlformats.org/officeDocument/2006/relationships" id="265" r:id="Rc13dad5c9cbf4934"/>
    <p:sldId xmlns:r="http://schemas.openxmlformats.org/officeDocument/2006/relationships" id="266" r:id="Rbcf0c920bd5541f0"/>
    <p:sldId xmlns:r="http://schemas.openxmlformats.org/officeDocument/2006/relationships" id="267" r:id="R92401c2250374fe3"/>
    <p:sldId xmlns:r="http://schemas.openxmlformats.org/officeDocument/2006/relationships" id="268" r:id="R40e09ddddefb450a"/>
    <p:sldId xmlns:r="http://schemas.openxmlformats.org/officeDocument/2006/relationships" id="269" r:id="Rccbec093245b48e6"/>
    <p:sldId xmlns:r="http://schemas.openxmlformats.org/officeDocument/2006/relationships" id="270" r:id="Rbbf8244d798c46b9"/>
    <p:sldId xmlns:r="http://schemas.openxmlformats.org/officeDocument/2006/relationships" id="271" r:id="Rcb4dd67102ab49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d5ac68a018a427f" /><Relationship Type="http://schemas.openxmlformats.org/officeDocument/2006/relationships/slideMaster" Target="/ppt/slideMasters/slideMaster1.xml" Id="R61cf9c4894db443c" /><Relationship Type="http://schemas.openxmlformats.org/officeDocument/2006/relationships/slideMaster" Target="/ppt/slideMasters/slideMaster2.xml" Id="R372b251272e74adf" /><Relationship Type="http://schemas.openxmlformats.org/officeDocument/2006/relationships/slideMaster" Target="/ppt/slideMasters/slideMaster3.xml" Id="R01d5d6c7b52e4757" /><Relationship Type="http://schemas.openxmlformats.org/officeDocument/2006/relationships/notesMaster" Target="/ppt/notesMasters/notesMaster1.xml" Id="R5aec2eeb7de94eb4" /><Relationship Type="http://schemas.openxmlformats.org/officeDocument/2006/relationships/presProps" Target="/ppt/presProps.xml" Id="R2b17cb890f904184" /><Relationship Type="http://schemas.openxmlformats.org/officeDocument/2006/relationships/viewProps" Target="/ppt/viewProps.xml" Id="Re4df91e58e39412c" /><Relationship Type="http://schemas.openxmlformats.org/officeDocument/2006/relationships/tableStyles" Target="/ppt/tableStyles.xml" Id="R6cde52a91a814d7b" /><Relationship Type="http://schemas.openxmlformats.org/officeDocument/2006/relationships/slide" Target="/ppt/slides/slide1.xml" Id="Rc0a4ca0979c5428f" /><Relationship Type="http://schemas.openxmlformats.org/officeDocument/2006/relationships/slide" Target="/ppt/slides/slide2.xml" Id="R741d3c95fafa49e0" /><Relationship Type="http://schemas.openxmlformats.org/officeDocument/2006/relationships/slide" Target="/ppt/slides/slide3.xml" Id="R5d0c0731954b4f55" /><Relationship Type="http://schemas.openxmlformats.org/officeDocument/2006/relationships/slide" Target="/ppt/slides/slide4.xml" Id="Rf6932b18a4454c56" /><Relationship Type="http://schemas.openxmlformats.org/officeDocument/2006/relationships/slide" Target="/ppt/slides/slide5.xml" Id="R3749ce6b465445b8" /><Relationship Type="http://schemas.openxmlformats.org/officeDocument/2006/relationships/slide" Target="/ppt/slides/slide6.xml" Id="Raeaf0f8fd2a74e99" /><Relationship Type="http://schemas.openxmlformats.org/officeDocument/2006/relationships/slide" Target="/ppt/slides/slide7.xml" Id="R608cad0bec4044b4" /><Relationship Type="http://schemas.openxmlformats.org/officeDocument/2006/relationships/slide" Target="/ppt/slides/slide8.xml" Id="R763f1596e92b46df" /><Relationship Type="http://schemas.openxmlformats.org/officeDocument/2006/relationships/slide" Target="/ppt/slides/slide9.xml" Id="Rcfb0b74f0bf64da6" /><Relationship Type="http://schemas.openxmlformats.org/officeDocument/2006/relationships/slide" Target="/ppt/slides/slide10.xml" Id="Rc13dad5c9cbf4934" /><Relationship Type="http://schemas.openxmlformats.org/officeDocument/2006/relationships/slide" Target="/ppt/slides/slide11.xml" Id="Rbcf0c920bd5541f0" /><Relationship Type="http://schemas.openxmlformats.org/officeDocument/2006/relationships/slide" Target="/ppt/slides/slide12.xml" Id="R92401c2250374fe3" /><Relationship Type="http://schemas.openxmlformats.org/officeDocument/2006/relationships/slide" Target="/ppt/slides/slide13.xml" Id="R40e09ddddefb450a" /><Relationship Type="http://schemas.openxmlformats.org/officeDocument/2006/relationships/slide" Target="/ppt/slides/slide14.xml" Id="Rccbec093245b48e6" /><Relationship Type="http://schemas.openxmlformats.org/officeDocument/2006/relationships/slide" Target="/ppt/slides/slide15.xml" Id="Rbbf8244d798c46b9" /><Relationship Type="http://schemas.openxmlformats.org/officeDocument/2006/relationships/slide" Target="/ppt/slides/slide16.xml" Id="Rcb4dd67102ab49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69de60aee0274d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Title Design">
  <a:themeElements>
    <a:clrScheme name="Title Design 1">
      <a:dk1>
        <a:srgbClr val="000000"/>
      </a:dk1>
      <a:lt1>
        <a:srgbClr val="FFFFFF"/>
      </a:lt1>
      <a:dk2>
        <a:srgbClr val="FFFFFF"/>
      </a:dk2>
      <a:lt2>
        <a:srgbClr val="808080"/>
      </a:lt2>
      <a:accent1>
        <a:srgbClr val="009CEF"/>
      </a:accent1>
      <a:accent2>
        <a:srgbClr val="CC0000"/>
      </a:accent2>
      <a:accent3>
        <a:srgbClr val="FFFFFF"/>
      </a:accent3>
      <a:accent4>
        <a:srgbClr val="000000"/>
      </a:accent4>
      <a:accent5>
        <a:srgbClr val="AACBF6"/>
      </a:accent5>
      <a:accent6>
        <a:srgbClr val="B90000"/>
      </a:accent6>
      <a:hlink>
        <a:srgbClr val="000000"/>
      </a:hlink>
      <a:folHlink>
        <a:srgbClr val="772D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tle Desig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045dbff6d941a1" /><Relationship Type="http://schemas.openxmlformats.org/officeDocument/2006/relationships/notesMaster" Target="/ppt/notesMasters/notesMaster1.xml" Id="R581ce63266be43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2ca05a3f164cd3" /><Relationship Type="http://schemas.openxmlformats.org/officeDocument/2006/relationships/notesMaster" Target="/ppt/notesMasters/notesMaster1.xml" Id="R00ba8e6edd7d4c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5026eedc124c56" /><Relationship Type="http://schemas.openxmlformats.org/officeDocument/2006/relationships/notesMaster" Target="/ppt/notesMasters/notesMaster1.xml" Id="Rbaa89a51ded442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e40c2ef3504df6" /><Relationship Type="http://schemas.openxmlformats.org/officeDocument/2006/relationships/notesMaster" Target="/ppt/notesMasters/notesMaster1.xml" Id="Rcd58b837860c44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8d1a44af2c429b" /><Relationship Type="http://schemas.openxmlformats.org/officeDocument/2006/relationships/notesMaster" Target="/ppt/notesMasters/notesMaster1.xml" Id="Rc3b8b7351f1b4f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d806d558be4ebd" /><Relationship Type="http://schemas.openxmlformats.org/officeDocument/2006/relationships/notesMaster" Target="/ppt/notesMasters/notesMaster1.xml" Id="Rbf1388b032564d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0e695afa5942d2" /><Relationship Type="http://schemas.openxmlformats.org/officeDocument/2006/relationships/notesMaster" Target="/ppt/notesMasters/notesMaster1.xml" Id="Rc8191dd7f17347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121447fc5c4937" /><Relationship Type="http://schemas.openxmlformats.org/officeDocument/2006/relationships/notesMaster" Target="/ppt/notesMasters/notesMaster1.xml" Id="R6e1fa91dc18c41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ff7b070b574eb1" /><Relationship Type="http://schemas.openxmlformats.org/officeDocument/2006/relationships/notesMaster" Target="/ppt/notesMasters/notesMaster1.xml" Id="Rc5b4d46392a34c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803610aeff4c12" /><Relationship Type="http://schemas.openxmlformats.org/officeDocument/2006/relationships/notesMaster" Target="/ppt/notesMasters/notesMaster1.xml" Id="Rc4161210acbd46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599b9186ad4667" /><Relationship Type="http://schemas.openxmlformats.org/officeDocument/2006/relationships/notesMaster" Target="/ppt/notesMasters/notesMaster1.xml" Id="R605efba22b294d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44c409d33346f1" /><Relationship Type="http://schemas.openxmlformats.org/officeDocument/2006/relationships/notesMaster" Target="/ppt/notesMasters/notesMaster1.xml" Id="Rfaffc8932bc14c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ab09dd7b574b2a" /><Relationship Type="http://schemas.openxmlformats.org/officeDocument/2006/relationships/notesMaster" Target="/ppt/notesMasters/notesMaster1.xml" Id="Rf7664d9831a44b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4e388efbc341f6" /><Relationship Type="http://schemas.openxmlformats.org/officeDocument/2006/relationships/notesMaster" Target="/ppt/notesMasters/notesMaster1.xml" Id="R9fc5a420b79141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6cf41e036940c7" /><Relationship Type="http://schemas.openxmlformats.org/officeDocument/2006/relationships/notesMaster" Target="/ppt/notesMasters/notesMaster1.xml" Id="Rf22d72ae377348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97a05826f74cb5" /><Relationship Type="http://schemas.openxmlformats.org/officeDocument/2006/relationships/notesMaster" Target="/ppt/notesMasters/notesMaster1.xml" Id="R45672ce9b0344b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0:30</a:t>
            </a:r>
          </a:p>
          <a:p xmlns:a="http://schemas.openxmlformats.org/drawingml/2006/main">
            <a:pPr marL="0" lvl="0" indent="0" algn="l">
              <a:spcBef>
                <a:spcPts val="360"/>
              </a:spcBef>
              <a:spcAft>
                <a:spcPts val="0"/>
              </a:spcAft>
              <a:buNone/>
            </a:pPr>
            <a:r>
              <a:t>Opening: Good morning. I am Shuwei Pei from the University of Groningen. This is joint work with Muhammed O. Sayin from Bilkent University and Saeed Ahmed from the University of Groningen.</a:t>
            </a:r>
          </a:p>
          <a:p xmlns:a="http://schemas.openxmlformats.org/drawingml/2006/main">
            <a:pPr marL="0" lvl="0" indent="0" algn="l">
              <a:spcBef>
                <a:spcPts val="360"/>
              </a:spcBef>
              <a:spcAft>
                <a:spcPts val="0"/>
              </a:spcAft>
              <a:buNone/>
            </a:pPr>
            <a:r>
              <a:t>Main explanation: We study how human lane-changing changes the classical traffic-stabilization problem. The focus of this talk is the methodological derivation: from problem formulation, through reinforcement learning, to an interpretable rule-based controller.</a:t>
            </a:r>
          </a:p>
          <a:p xmlns:a="http://schemas.openxmlformats.org/drawingml/2006/main">
            <a:pPr marL="0" lvl="0" indent="0" algn="l">
              <a:spcBef>
                <a:spcPts val="360"/>
              </a:spcBef>
              <a:spcAft>
                <a:spcPts val="0"/>
              </a:spcAft>
              <a:buNone/>
            </a:pPr>
            <a:r>
              <a:t>Scientific interpretation: The final controller is not introduced as an isolated heuristic. It is derived from a sequence of controlled learning experiments.</a:t>
            </a:r>
          </a:p>
          <a:p xmlns:a="http://schemas.openxmlformats.org/drawingml/2006/main">
            <a:pPr marL="0" lvl="0" indent="0" algn="l">
              <a:spcBef>
                <a:spcPts val="360"/>
              </a:spcBef>
              <a:spcAft>
                <a:spcPts val="0"/>
              </a:spcAft>
              <a:buNone/>
            </a:pPr>
            <a:r>
              <a:t>Transition: I will begin with why lane-changing changes the nature of the control problem.</a:t>
            </a:r>
          </a:p>
          <a:p xmlns:a="http://schemas.openxmlformats.org/drawingml/2006/main">
            <a:pPr marL="0" lvl="0" indent="0" algn="l">
              <a:spcBef>
                <a:spcPts val="360"/>
              </a:spcBef>
              <a:spcAft>
                <a:spcPts val="0"/>
              </a:spcAft>
              <a:buNone/>
            </a:pPr>
            <a:r>
              <a:t>Likely question: Is the final controller learned? No. RL is used as a design instrument; the deployed PARC controller is rule-based.</a:t>
            </a:r>
          </a:p>
          <a:p xmlns:a="http://schemas.openxmlformats.org/drawingml/2006/main">
            <a:pPr marL="0" lvl="0" indent="0" algn="l">
              <a:spcBef>
                <a:spcPts val="360"/>
              </a:spcBef>
              <a:spcAft>
                <a:spcPts val="0"/>
              </a:spcAft>
              <a:buNone/>
            </a:pPr>
            <a:r>
              <a:t>[Sources] Docs/ifacconf8pages.tex, title and author block; official IFAC 2026 congress information; UoG-Wide.pptx.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0:50</a:t>
            </a:r>
          </a:p>
          <a:p xmlns:a="http://schemas.openxmlformats.org/drawingml/2006/main">
            <a:pPr marL="0" lvl="0" indent="0" algn="l">
              <a:spcBef>
                <a:spcPts val="360"/>
              </a:spcBef>
              <a:spcAft>
                <a:spcPts val="0"/>
              </a:spcAft>
              <a:buNone/>
            </a:pPr>
            <a:r>
              <a:t>Opening: Stop-and-go oscillations are repeated vehicle deceleration and acceleration rather than steady motion.</a:t>
            </a:r>
          </a:p>
          <a:p xmlns:a="http://schemas.openxmlformats.org/drawingml/2006/main">
            <a:pPr marL="0" lvl="0" indent="0" algn="l">
              <a:spcBef>
                <a:spcPts val="360"/>
              </a:spcBef>
              <a:spcAft>
                <a:spcPts val="0"/>
              </a:spcAft>
              <a:buNone/>
            </a:pPr>
            <a:r>
              <a:t>Main explanation: A braking disturbance propagates upstream through car-following interactions. A lane change does more than move one vehicle laterally: it changes which vehicles interact longitudinally. This creates a hybrid, cross-lane disturbance channel.</a:t>
            </a:r>
          </a:p>
          <a:p xmlns:a="http://schemas.openxmlformats.org/drawingml/2006/main">
            <a:pPr marL="0" lvl="0" indent="0" algn="l">
              <a:spcBef>
                <a:spcPts val="360"/>
              </a:spcBef>
              <a:spcAft>
                <a:spcPts val="0"/>
              </a:spcAft>
              <a:buNone/>
            </a:pPr>
            <a:r>
              <a:t>Scientific interpretation: A controller may stabilize its own local platoon while the complete two-lane system remains unstable. Local longitudinal stabilization is therefore not equivalent to multi-lane system stability.</a:t>
            </a:r>
          </a:p>
          <a:p xmlns:a="http://schemas.openxmlformats.org/drawingml/2006/main">
            <a:pPr marL="0" lvl="0" indent="0" algn="l">
              <a:spcBef>
                <a:spcPts val="360"/>
              </a:spcBef>
              <a:spcAft>
                <a:spcPts val="0"/>
              </a:spcAft>
              <a:buNone/>
            </a:pPr>
            <a:r>
              <a:t>Transition: This limitation becomes clearer when we compare the main control paradigms used in traffic research.</a:t>
            </a:r>
          </a:p>
          <a:p xmlns:a="http://schemas.openxmlformats.org/drawingml/2006/main">
            <a:pPr marL="0" lvl="0" indent="0" algn="l">
              <a:spcBef>
                <a:spcPts val="360"/>
              </a:spcBef>
              <a:spcAft>
                <a:spcPts val="0"/>
              </a:spcAft>
              <a:buNone/>
            </a:pPr>
            <a:r>
              <a:t>Likely question: Are all lane changes undesirable? No. The controlled ring isolates unnecessary, destabilizing lane changes in dense traffic; necessary route-following lane changes remain a separate problem.</a:t>
            </a:r>
          </a:p>
          <a:p xmlns:a="http://schemas.openxmlformats.org/drawingml/2006/main">
            <a:pPr marL="0" lvl="0" indent="0" algn="l">
              <a:spcBef>
                <a:spcPts val="360"/>
              </a:spcBef>
              <a:spcAft>
                <a:spcPts val="0"/>
              </a:spcAft>
              <a:buNone/>
            </a:pPr>
            <a:r>
              <a:t>[Sources] Docs/ifacconf8pages.tex, Introduction and Problem Formulation; Docs/trajectory_log_allhuman44.png.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1:00</a:t>
            </a:r>
          </a:p>
          <a:p xmlns:a="http://schemas.openxmlformats.org/drawingml/2006/main">
            <a:pPr marL="0" lvl="0" indent="0" algn="l">
              <a:spcBef>
                <a:spcPts val="360"/>
              </a:spcBef>
              <a:spcAft>
                <a:spcPts val="0"/>
              </a:spcAft>
              <a:buNone/>
            </a:pPr>
            <a:r>
              <a:t>Opening: The paper positions the problem across three established traffic-control paradigms.</a:t>
            </a:r>
          </a:p>
          <a:p xmlns:a="http://schemas.openxmlformats.org/drawingml/2006/main">
            <a:pPr marL="0" lvl="0" indent="0" algn="l">
              <a:spcBef>
                <a:spcPts val="360"/>
              </a:spcBef>
              <a:spcAft>
                <a:spcPts val="0"/>
              </a:spcAft>
              <a:buNone/>
            </a:pPr>
            <a:r>
              <a:t>Main explanation: Rule-based methods such as ACC and CACC are attractive because they are interpretable and deployable. Optimization-based approaches, including MPC and robust control, can explicitly handle objectives and constraints but introduce computational and modeling requirements. Learning-based approaches can adapt to complex HDV interactions, although the resulting policies may be difficult to interpret.</a:t>
            </a:r>
          </a:p>
          <a:p xmlns:a="http://schemas.openxmlformats.org/drawingml/2006/main">
            <a:pPr marL="0" lvl="0" indent="0" algn="l">
              <a:spcBef>
                <a:spcPts val="360"/>
              </a:spcBef>
              <a:spcAft>
                <a:spcPts val="0"/>
              </a:spcAft>
              <a:buNone/>
            </a:pPr>
            <a:r>
              <a:t>Scientific interpretation: We use RL as a scientific policy-search and mechanism-discovery tool. The missing element is an interpretable controller that coordinates traffic explicitly across lanes.</a:t>
            </a:r>
          </a:p>
          <a:p xmlns:a="http://schemas.openxmlformats.org/drawingml/2006/main">
            <a:pPr marL="0" lvl="0" indent="0" algn="l">
              <a:spcBef>
                <a:spcPts val="360"/>
              </a:spcBef>
              <a:spcAft>
                <a:spcPts val="0"/>
              </a:spcAft>
              <a:buNone/>
            </a:pPr>
            <a:r>
              <a:t>Transition: This leads to three methodological questions that organize the complete study.</a:t>
            </a:r>
          </a:p>
          <a:p xmlns:a="http://schemas.openxmlformats.org/drawingml/2006/main">
            <a:pPr marL="0" lvl="0" indent="0" algn="l">
              <a:spcBef>
                <a:spcPts val="360"/>
              </a:spcBef>
              <a:spcAft>
                <a:spcPts val="0"/>
              </a:spcAft>
              <a:buNone/>
            </a:pPr>
            <a:r>
              <a:t>Likely question: Why not start directly with MPC? The purpose of this paper is to identify a useful coordination structure experimentally before constructing a transparent rule-based controller.</a:t>
            </a:r>
          </a:p>
          <a:p xmlns:a="http://schemas.openxmlformats.org/drawingml/2006/main">
            <a:pPr marL="0" lvl="0" indent="0" algn="l">
              <a:spcBef>
                <a:spcPts val="360"/>
              </a:spcBef>
              <a:spcAft>
                <a:spcPts val="0"/>
              </a:spcAft>
              <a:buNone/>
            </a:pPr>
            <a:r>
              <a:t>[Sources] Docs/ifacconf8pages.tex, Introduction and cited literature.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0:45</a:t>
            </a:r>
          </a:p>
          <a:p xmlns:a="http://schemas.openxmlformats.org/drawingml/2006/main">
            <a:pPr marL="0" lvl="0" indent="0" algn="l">
              <a:spcBef>
                <a:spcPts val="360"/>
              </a:spcBef>
              <a:spcAft>
                <a:spcPts val="0"/>
              </a:spcAft>
              <a:buNone/>
            </a:pPr>
            <a:r>
              <a:t>Opening: The paper does not begin by assuming PARC is the correct controller.</a:t>
            </a:r>
          </a:p>
          <a:p xmlns:a="http://schemas.openxmlformats.org/drawingml/2006/main">
            <a:pPr marL="0" lvl="0" indent="0" algn="l">
              <a:spcBef>
                <a:spcPts val="360"/>
              </a:spcBef>
              <a:spcAft>
                <a:spcPts val="0"/>
              </a:spcAft>
              <a:buNone/>
            </a:pPr>
            <a:r>
              <a:t>Main explanation: The first experiment tests whether the classical single-AV result generalizes to lane-changing traffic. The second changes the information and control architecture by introducing two coordinated AVs. The third interprets the learned behavior and converts it into a transparent controller.</a:t>
            </a:r>
          </a:p>
          <a:p xmlns:a="http://schemas.openxmlformats.org/drawingml/2006/main">
            <a:pPr marL="0" lvl="0" indent="0" algn="l">
              <a:spcBef>
                <a:spcPts val="360"/>
              </a:spcBef>
              <a:spcAft>
                <a:spcPts val="0"/>
              </a:spcAft>
              <a:buNone/>
            </a:pPr>
            <a:r>
              <a:t>Scientific interpretation: The sequence separates failure diagnosis, behavior discovery, and controller design. The final controller does not require RL inference at runtime.</a:t>
            </a:r>
          </a:p>
          <a:p xmlns:a="http://schemas.openxmlformats.org/drawingml/2006/main">
            <a:pPr marL="0" lvl="0" indent="0" algn="l">
              <a:spcBef>
                <a:spcPts val="360"/>
              </a:spcBef>
              <a:spcAft>
                <a:spcPts val="0"/>
              </a:spcAft>
              <a:buNone/>
            </a:pPr>
            <a:r>
              <a:t>Transition: To answer these questions, we first construct a controlled two-lane testbed.</a:t>
            </a:r>
          </a:p>
          <a:p xmlns:a="http://schemas.openxmlformats.org/drawingml/2006/main">
            <a:pPr marL="0" lvl="0" indent="0" algn="l">
              <a:spcBef>
                <a:spcPts val="360"/>
              </a:spcBef>
              <a:spcAft>
                <a:spcPts val="0"/>
              </a:spcAft>
              <a:buNone/>
            </a:pPr>
            <a:r>
              <a:t>Likely question: Was pairing specified from the beginning? Pairing is encouraged by the cooperative reward, but the rule-based controller is constructed only after interpreting the trained policy behavior.</a:t>
            </a:r>
          </a:p>
          <a:p xmlns:a="http://schemas.openxmlformats.org/drawingml/2006/main">
            <a:pPr marL="0" lvl="0" indent="0" algn="l">
              <a:spcBef>
                <a:spcPts val="360"/>
              </a:spcBef>
              <a:spcAft>
                <a:spcPts val="0"/>
              </a:spcAft>
              <a:buNone/>
            </a:pPr>
            <a:r>
              <a:t>[Sources] Docs/ifacconf8pages.tex, contribution and organization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1:00</a:t>
            </a:r>
          </a:p>
          <a:p xmlns:a="http://schemas.openxmlformats.org/drawingml/2006/main">
            <a:pPr marL="0" lvl="0" indent="0" algn="l">
              <a:spcBef>
                <a:spcPts val="360"/>
              </a:spcBef>
              <a:spcAft>
                <a:spcPts val="0"/>
              </a:spcAft>
              <a:buNone/>
            </a:pPr>
            <a:r>
              <a:t>Opening: The ring maintains a controlled traffic density and removes inflow and outflow boundary effects.</a:t>
            </a:r>
          </a:p>
          <a:p xmlns:a="http://schemas.openxmlformats.org/drawingml/2006/main">
            <a:pPr marL="0" lvl="0" indent="0" algn="l">
              <a:spcBef>
                <a:spcPts val="360"/>
              </a:spcBef>
              <a:spcAft>
                <a:spcPts val="0"/>
              </a:spcAft>
              <a:buNone/>
            </a:pPr>
            <a:r>
              <a:t>Main explanation: The network has two 250-metre lanes and 44 vehicles in total. SUMO supplies microscopic traffic dynamics and Flow connects the RL policy. HDVs use longitudinal car-following behavior and LC2013 lane-changing. Randomized driver parameters create heterogeneous behavior.</a:t>
            </a:r>
          </a:p>
          <a:p xmlns:a="http://schemas.openxmlformats.org/drawingml/2006/main">
            <a:pPr marL="0" lvl="0" indent="0" algn="l">
              <a:spcBef>
                <a:spcPts val="360"/>
              </a:spcBef>
              <a:spcAft>
                <a:spcPts val="0"/>
              </a:spcAft>
              <a:buNone/>
            </a:pPr>
            <a:r>
              <a:t>Scientific interpretation: Oscillations are established before active controller performance is evaluated. I avoid stating one common warm-up duration because the rule-based configurations use 5000 steps at 0.1 seconds while some RL configurations use 2000 steps at 0.1 seconds.</a:t>
            </a:r>
          </a:p>
          <a:p xmlns:a="http://schemas.openxmlformats.org/drawingml/2006/main">
            <a:pPr marL="0" lvl="0" indent="0" algn="l">
              <a:spcBef>
                <a:spcPts val="360"/>
              </a:spcBef>
              <a:spcAft>
                <a:spcPts val="0"/>
              </a:spcAft>
              <a:buNone/>
            </a:pPr>
            <a:r>
              <a:t>Transition: We represent the resulting sequential decision problem as a Markov decision process.</a:t>
            </a:r>
          </a:p>
          <a:p xmlns:a="http://schemas.openxmlformats.org/drawingml/2006/main">
            <a:pPr marL="0" lvl="0" indent="0" algn="l">
              <a:spcBef>
                <a:spcPts val="360"/>
              </a:spcBef>
              <a:spcAft>
                <a:spcPts val="0"/>
              </a:spcAft>
              <a:buNone/>
            </a:pPr>
            <a:r>
              <a:t>Likely question: Are there exactly 22 vehicles in each lane? The study uses 44 vehicles on two lanes, but the configurations do not support that wording uniformly across every run.</a:t>
            </a:r>
          </a:p>
          <a:p xmlns:a="http://schemas.openxmlformats.org/drawingml/2006/main">
            <a:pPr marL="0" lvl="0" indent="0" algn="l">
              <a:spcBef>
                <a:spcPts val="360"/>
              </a:spcBef>
              <a:spcAft>
                <a:spcPts val="0"/>
              </a:spcAft>
              <a:buNone/>
            </a:pPr>
            <a:r>
              <a:t>[Sources] Docs/ifacconf8pages.tex, Simulation Setup; paired_ring.py; singleagent_ring.py; singleagent_ring2AV.py; Docs/doublelaneringnetwork_2.png.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0:50</a:t>
            </a:r>
          </a:p>
          <a:p xmlns:a="http://schemas.openxmlformats.org/drawingml/2006/main">
            <a:pPr marL="0" lvl="0" indent="0" algn="l">
              <a:spcBef>
                <a:spcPts val="360"/>
              </a:spcBef>
              <a:spcAft>
                <a:spcPts val="0"/>
              </a:spcAft>
              <a:buNone/>
            </a:pPr>
            <a:r>
              <a:t>Opening: I will not give a general reinforcement-learning tutorial; I will map the MDP directly to this traffic problem.</a:t>
            </a:r>
          </a:p>
          <a:p xmlns:a="http://schemas.openxmlformats.org/drawingml/2006/main">
            <a:pPr marL="0" lvl="0" indent="0" algn="l">
              <a:spcBef>
                <a:spcPts val="360"/>
              </a:spcBef>
              <a:spcAft>
                <a:spcPts val="0"/>
              </a:spcAft>
              <a:buNone/>
            </a:pPr>
            <a:r>
              <a:t>Main explanation: The state contains local traffic variables and, later, AV coordination variables. The action controls AV acceleration and, in the single-agent formulation, a lane-change decision. SUMO determines the stochastic state transition. The reward specifies traffic efficiency and coordination objectives.</a:t>
            </a:r>
          </a:p>
          <a:p xmlns:a="http://schemas.openxmlformats.org/drawingml/2006/main">
            <a:pPr marL="0" lvl="0" indent="0" algn="l">
              <a:spcBef>
                <a:spcPts val="360"/>
              </a:spcBef>
              <a:spcAft>
                <a:spcPts val="0"/>
              </a:spcAft>
              <a:buNone/>
            </a:pPr>
            <a:r>
              <a:t>Scientific interpretation: The important design choices are observation, action, and reward. These choices determine both the information available to the policy and the coordination structures it can learn.</a:t>
            </a:r>
          </a:p>
          <a:p xmlns:a="http://schemas.openxmlformats.org/drawingml/2006/main">
            <a:pPr marL="0" lvl="0" indent="0" algn="l">
              <a:spcBef>
                <a:spcPts val="360"/>
              </a:spcBef>
              <a:spcAft>
                <a:spcPts val="0"/>
              </a:spcAft>
              <a:buNone/>
            </a:pPr>
            <a:r>
              <a:t>Transition: The first formulation gives one AV information about both lanes but only one local actuator.</a:t>
            </a:r>
          </a:p>
          <a:p xmlns:a="http://schemas.openxmlformats.org/drawingml/2006/main">
            <a:pPr marL="0" lvl="0" indent="0" algn="l">
              <a:spcBef>
                <a:spcPts val="360"/>
              </a:spcBef>
              <a:spcAft>
                <a:spcPts val="0"/>
              </a:spcAft>
              <a:buNone/>
            </a:pPr>
            <a:r>
              <a:t>Likely question: Is the problem actually infinite horizon? Conceptually yes; the implementation approximates it with a large finite horizon.</a:t>
            </a:r>
          </a:p>
          <a:p xmlns:a="http://schemas.openxmlformats.org/drawingml/2006/main">
            <a:pPr marL="0" lvl="0" indent="0" algn="l">
              <a:spcBef>
                <a:spcPts val="360"/>
              </a:spcBef>
              <a:spcAft>
                <a:spcPts val="0"/>
              </a:spcAft>
              <a:buNone/>
            </a:pPr>
            <a:r>
              <a:t>[Sources] Docs/ifacconf8pages.tex, Formulation as an RL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1:10</a:t>
            </a:r>
          </a:p>
          <a:p xmlns:a="http://schemas.openxmlformats.org/drawingml/2006/main">
            <a:pPr marL="0" lvl="0" indent="0" algn="l">
              <a:spcBef>
                <a:spcPts val="360"/>
              </a:spcBef>
              <a:spcAft>
                <a:spcPts val="0"/>
              </a:spcAft>
              <a:buNone/>
            </a:pPr>
            <a:r>
              <a:t>Opening: The single AV observes both lanes but still acts as one local vehicle.</a:t>
            </a:r>
          </a:p>
          <a:p xmlns:a="http://schemas.openxmlformats.org/drawingml/2006/main">
            <a:pPr marL="0" lvl="0" indent="0" algn="l">
              <a:spcBef>
                <a:spcPts val="360"/>
              </a:spcBef>
              <a:spcAft>
                <a:spcPts val="0"/>
              </a:spcAft>
              <a:buNone/>
            </a:pPr>
            <a:r>
              <a:t>Main explanation: The observation has dimension 11. The first element is normalized ego speed. Each lane contributes a lane indicator and normalized front and back distance and speed. The action contains continuous acceleration and a continuous lane-change intention that is mapped to a discrete lane command. The reward is the instantaneous average speed of all vehicles.</a:t>
            </a:r>
          </a:p>
          <a:p xmlns:a="http://schemas.openxmlformats.org/drawingml/2006/main">
            <a:pPr marL="0" lvl="0" indent="0" algn="l">
              <a:spcBef>
                <a:spcPts val="360"/>
              </a:spcBef>
              <a:spcAft>
                <a:spcPts val="0"/>
              </a:spcAft>
              <a:buNone/>
            </a:pPr>
            <a:r>
              <a:t>Scientific interpretation: Although the reward is global, the AV's physical authority remains local. Richer information does not create a second actuator in the adjacent lane.</a:t>
            </a:r>
          </a:p>
          <a:p xmlns:a="http://schemas.openxmlformats.org/drawingml/2006/main">
            <a:pPr marL="0" lvl="0" indent="0" algn="l">
              <a:spcBef>
                <a:spcPts val="360"/>
              </a:spcBef>
              <a:spcAft>
                <a:spcPts val="0"/>
              </a:spcAft>
              <a:buNone/>
            </a:pPr>
            <a:r>
              <a:t>Transition: Under these constraints, the learned policy adopts a rational local strategy.</a:t>
            </a:r>
          </a:p>
          <a:p xmlns:a="http://schemas.openxmlformats.org/drawingml/2006/main">
            <a:pPr marL="0" lvl="0" indent="0" algn="l">
              <a:spcBef>
                <a:spcPts val="360"/>
              </a:spcBef>
              <a:spcAft>
                <a:spcPts val="0"/>
              </a:spcAft>
              <a:buNone/>
            </a:pPr>
            <a:r>
              <a:t>Likely question: Why include adjacent-lane observations? They allow the policy to anticipate nearby traffic and lane-change opportunities, but they cannot overcome the actuation limitation.</a:t>
            </a:r>
          </a:p>
          <a:p xmlns:a="http://schemas.openxmlformats.org/drawingml/2006/main">
            <a:pPr marL="0" lvl="0" indent="0" algn="l">
              <a:spcBef>
                <a:spcPts val="360"/>
              </a:spcBef>
              <a:spcAft>
                <a:spcPts val="0"/>
              </a:spcAft>
              <a:buNone/>
            </a:pPr>
            <a:r>
              <a:t>[Sources] Docs/ifacconf8pages.tex, Single-Agent Reinforcement Learning; examples/exp_configs/rl/singleagent/singleagent_ring.py.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0:50</a:t>
            </a:r>
          </a:p>
          <a:p xmlns:a="http://schemas.openxmlformats.org/drawingml/2006/main">
            <a:pPr marL="0" lvl="0" indent="0" algn="l">
              <a:spcBef>
                <a:spcPts val="360"/>
              </a:spcBef>
              <a:spcAft>
                <a:spcPts val="0"/>
              </a:spcAft>
              <a:buNone/>
            </a:pPr>
            <a:r>
              <a:t>Opening: The result should not be interpreted simply as failed optimization.</a:t>
            </a:r>
          </a:p>
          <a:p xmlns:a="http://schemas.openxmlformats.org/drawingml/2006/main">
            <a:pPr marL="0" lvl="0" indent="0" algn="l">
              <a:spcBef>
                <a:spcPts val="360"/>
              </a:spcBef>
              <a:spcAft>
                <a:spcPts val="0"/>
              </a:spcAft>
              <a:buNone/>
            </a:pPr>
            <a:r>
              <a:t>Main explanation: Close-following is a reasonable response to the reward and the risk of another vehicle merging into the AV gap. The AV reduces some merge opportunities around itself. However, disturbances from the adjacent lane continue to propagate.</a:t>
            </a:r>
          </a:p>
          <a:p xmlns:a="http://schemas.openxmlformats.org/drawingml/2006/main">
            <a:pPr marL="0" lvl="0" indent="0" algn="l">
              <a:spcBef>
                <a:spcPts val="360"/>
              </a:spcBef>
              <a:spcAft>
                <a:spcPts val="0"/>
              </a:spcAft>
              <a:buNone/>
            </a:pPr>
            <a:r>
              <a:t>Scientific interpretation: The limitation is structural: one actuator cannot coordinate two moving lane boundaries. This diagnosis motivates a new architecture rather than merely longer training.</a:t>
            </a:r>
          </a:p>
          <a:p xmlns:a="http://schemas.openxmlformats.org/drawingml/2006/main">
            <a:pPr marL="0" lvl="0" indent="0" algn="l">
              <a:spcBef>
                <a:spcPts val="360"/>
              </a:spcBef>
              <a:spcAft>
                <a:spcPts val="0"/>
              </a:spcAft>
              <a:buNone/>
            </a:pPr>
            <a:r>
              <a:t>Transition: We therefore introduce a second AV and make cross-lane coordination explicit.</a:t>
            </a:r>
          </a:p>
          <a:p xmlns:a="http://schemas.openxmlformats.org/drawingml/2006/main">
            <a:pPr marL="0" lvl="0" indent="0" algn="l">
              <a:spcBef>
                <a:spcPts val="360"/>
              </a:spcBef>
              <a:spcAft>
                <a:spcPts val="0"/>
              </a:spcAft>
              <a:buNone/>
            </a:pPr>
            <a:r>
              <a:t>Likely question: Did the single AV have a lane-change action? Yes, but close-following becomes the dominant learned response and the complete system remains unstable.</a:t>
            </a:r>
          </a:p>
          <a:p xmlns:a="http://schemas.openxmlformats.org/drawingml/2006/main">
            <a:pPr marL="0" lvl="0" indent="0" algn="l">
              <a:spcBef>
                <a:spcPts val="360"/>
              </a:spcBef>
              <a:spcAft>
                <a:spcPts val="0"/>
              </a:spcAft>
              <a:buNone/>
            </a:pPr>
            <a:r>
              <a:t>[Sources] Docs/ifacconf8pages.tex, Single-Agent Results and Analysis; Docs/trajectory_log_1AVLC.png.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1:10</a:t>
            </a:r>
          </a:p>
          <a:p xmlns:a="http://schemas.openxmlformats.org/drawingml/2006/main">
            <a:pPr marL="0" lvl="0" indent="0" algn="l">
              <a:spcBef>
                <a:spcPts val="360"/>
              </a:spcBef>
              <a:spcAft>
                <a:spcPts val="0"/>
              </a:spcAft>
              <a:buNone/>
            </a:pPr>
            <a:r>
              <a:t>Opening: The cooperative formulation changes both information and action structure.</a:t>
            </a:r>
          </a:p>
          <a:p xmlns:a="http://schemas.openxmlformats.org/drawingml/2006/main">
            <a:pPr marL="0" lvl="0" indent="0" algn="l">
              <a:spcBef>
                <a:spcPts val="360"/>
              </a:spcBef>
              <a:spcAft>
                <a:spcPts val="0"/>
              </a:spcAft>
              <a:buNone/>
            </a:pPr>
            <a:r>
              <a:t>Main explanation: Each AV contributes a five-dimensional lane-local observation. Two additional states represent normalized relative position and relative velocity. The full observation is 12-dimensional. Both AVs remain in assigned lanes and control only longitudinal acceleration.</a:t>
            </a:r>
          </a:p>
          <a:p xmlns:a="http://schemas.openxmlformats.org/drawingml/2006/main">
            <a:pPr marL="0" lvl="0" indent="0" algn="l">
              <a:spcBef>
                <a:spcPts val="360"/>
              </a:spcBef>
              <a:spcAft>
                <a:spcPts val="0"/>
              </a:spcAft>
              <a:buNone/>
            </a:pPr>
            <a:r>
              <a:t>Scientific interpretation: The controller now has one actuator in each lane and can directly coordinate both moving lane boundaries. The observation is centralized and assumes access to partner state.</a:t>
            </a:r>
          </a:p>
          <a:p xmlns:a="http://schemas.openxmlformats.org/drawingml/2006/main">
            <a:pPr marL="0" lvl="0" indent="0" algn="l">
              <a:spcBef>
                <a:spcPts val="360"/>
              </a:spcBef>
              <a:spcAft>
                <a:spcPts val="0"/>
              </a:spcAft>
              <a:buNone/>
            </a:pPr>
            <a:r>
              <a:t>Transition: The reward then determines which form of cooperation is encouraged.</a:t>
            </a:r>
          </a:p>
          <a:p xmlns:a="http://schemas.openxmlformats.org/drawingml/2006/main">
            <a:pPr marL="0" lvl="0" indent="0" algn="l">
              <a:spcBef>
                <a:spcPts val="360"/>
              </a:spcBef>
              <a:spcAft>
                <a:spcPts val="0"/>
              </a:spcAft>
              <a:buNone/>
            </a:pPr>
            <a:r>
              <a:t>Likely question: Is the design decentralized? No. Decentralized sensing, communication delay, and packet loss remain future work.</a:t>
            </a:r>
          </a:p>
          <a:p xmlns:a="http://schemas.openxmlformats.org/drawingml/2006/main">
            <a:pPr marL="0" lvl="0" indent="0" algn="l">
              <a:spcBef>
                <a:spcPts val="360"/>
              </a:spcBef>
              <a:spcAft>
                <a:spcPts val="0"/>
              </a:spcAft>
              <a:buNone/>
            </a:pPr>
            <a:r>
              <a:t>[Sources] Docs/ifacconf8pages.tex, Cooperative Reinforcement Learning; examples/exp_configs/rl/singleagent/singleagent_ring2AV.py.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1:15</a:t>
            </a:r>
          </a:p>
          <a:p xmlns:a="http://schemas.openxmlformats.org/drawingml/2006/main">
            <a:pPr marL="0" lvl="0" indent="0" algn="l">
              <a:spcBef>
                <a:spcPts val="360"/>
              </a:spcBef>
              <a:spcAft>
                <a:spcPts val="0"/>
              </a:spcAft>
              <a:buNone/>
            </a:pPr>
            <a:r>
              <a:t>Opening: The cooperative reward explicitly determines the desired form of coordination.</a:t>
            </a:r>
          </a:p>
          <a:p xmlns:a="http://schemas.openxmlformats.org/drawingml/2006/main">
            <a:pPr marL="0" lvl="0" indent="0" algn="l">
              <a:spcBef>
                <a:spcPts val="360"/>
              </a:spcBef>
              <a:spcAft>
                <a:spcPts val="0"/>
              </a:spcAft>
              <a:buNone/>
            </a:pPr>
            <a:r>
              <a:t>Main explanation: The position term favors longitudinal alignment. The synchronization term favors matched velocities. The speed term prevents the pair from optimizing alignment alone, and the smoothness term discourages aggressive acceleration.</a:t>
            </a:r>
          </a:p>
          <a:p xmlns:a="http://schemas.openxmlformats.org/drawingml/2006/main">
            <a:pPr marL="0" lvl="0" indent="0" algn="l">
              <a:spcBef>
                <a:spcPts val="360"/>
              </a:spcBef>
              <a:spcAft>
                <a:spcPts val="0"/>
              </a:spcAft>
              <a:buNone/>
            </a:pPr>
            <a:r>
              <a:t>Scientific interpretation: The paired structure is encouraged by the reward and should not be described as reward-agnostic emergence. The current weights are empirically selected. The scientific value lies in using the trained policy to expose a controller structure that can be distilled.</a:t>
            </a:r>
          </a:p>
          <a:p xmlns:a="http://schemas.openxmlformats.org/drawingml/2006/main">
            <a:pPr marL="0" lvl="0" indent="0" algn="l">
              <a:spcBef>
                <a:spcPts val="360"/>
              </a:spcBef>
              <a:spcAft>
                <a:spcPts val="0"/>
              </a:spcAft>
              <a:buNone/>
            </a:pPr>
            <a:r>
              <a:t>Transition: The learned behavior suggests a simple geometric mechanism.</a:t>
            </a:r>
          </a:p>
          <a:p xmlns:a="http://schemas.openxmlformats.org/drawingml/2006/main">
            <a:pPr marL="0" lvl="0" indent="0" algn="l">
              <a:spcBef>
                <a:spcPts val="360"/>
              </a:spcBef>
              <a:spcAft>
                <a:spcPts val="0"/>
              </a:spcAft>
              <a:buNone/>
            </a:pPr>
            <a:r>
              <a:t>Likely question: Are the reward weights justified by ablation? Not in the current study. Reward ablation and sensitivity analysis are important next experiments.</a:t>
            </a:r>
          </a:p>
          <a:p xmlns:a="http://schemas.openxmlformats.org/drawingml/2006/main">
            <a:pPr marL="0" lvl="0" indent="0" algn="l">
              <a:spcBef>
                <a:spcPts val="360"/>
              </a:spcBef>
              <a:spcAft>
                <a:spcPts val="0"/>
              </a:spcAft>
              <a:buNone/>
            </a:pPr>
            <a:r>
              <a:t>[Sources] Docs/ifacconf8pages.tex, Cooperative Reward Design; Docs/reviewer_comments_summary.md, Reviewer 6 and Reviewer 8 concerns.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0:50</a:t>
            </a:r>
          </a:p>
          <a:p xmlns:a="http://schemas.openxmlformats.org/drawingml/2006/main">
            <a:pPr marL="0" lvl="0" indent="0" algn="l">
              <a:spcBef>
                <a:spcPts val="360"/>
              </a:spcBef>
              <a:spcAft>
                <a:spcPts val="0"/>
              </a:spcAft>
              <a:buNone/>
            </a:pPr>
            <a:r>
              <a:t>Opening: The trained cooperative policy suggests a geometric control mechanism.</a:t>
            </a:r>
          </a:p>
          <a:p xmlns:a="http://schemas.openxmlformats.org/drawingml/2006/main">
            <a:pPr marL="0" lvl="0" indent="0" algn="l">
              <a:spcBef>
                <a:spcPts val="360"/>
              </a:spcBef>
              <a:spcAft>
                <a:spcPts val="0"/>
              </a:spcAft>
              <a:buNone/>
            </a:pPr>
            <a:r>
              <a:t>Main explanation: The leading AV initially reduces speed so the trailing AV can close the longitudinal offset. Once aligned, the two AVs remove the staggered cross-lane gap. HDVs then see a common moving boundary rather than two independent gaps.</a:t>
            </a:r>
          </a:p>
          <a:p xmlns:a="http://schemas.openxmlformats.org/drawingml/2006/main">
            <a:pPr marL="0" lvl="0" indent="0" algn="l">
              <a:spcBef>
                <a:spcPts val="360"/>
              </a:spcBef>
              <a:spcAft>
                <a:spcPts val="0"/>
              </a:spcAft>
              <a:buNone/>
            </a:pPr>
            <a:r>
              <a:t>Scientific interpretation: The virtual-lane description refers to coupled longitudinal evolution. It does not mean the physical lanes disappear or that every lane change is undesirable.</a:t>
            </a:r>
          </a:p>
          <a:p xmlns:a="http://schemas.openxmlformats.org/drawingml/2006/main">
            <a:pPr marL="0" lvl="0" indent="0" algn="l">
              <a:spcBef>
                <a:spcPts val="360"/>
              </a:spcBef>
              <a:spcAft>
                <a:spcPts val="0"/>
              </a:spcAft>
              <a:buNone/>
            </a:pPr>
            <a:r>
              <a:t>Transition: PARC encodes this geometric mechanism as three explicit control modes.</a:t>
            </a:r>
          </a:p>
          <a:p xmlns:a="http://schemas.openxmlformats.org/drawingml/2006/main">
            <a:pPr marL="0" lvl="0" indent="0" algn="l">
              <a:spcBef>
                <a:spcPts val="360"/>
              </a:spcBef>
              <a:spcAft>
                <a:spcPts val="0"/>
              </a:spcAft>
              <a:buNone/>
            </a:pPr>
            <a:r>
              <a:t>Likely question: Could the same mechanism generalize to more lanes? Possibly, but the current evidence covers only two lanes and two AVs.</a:t>
            </a:r>
          </a:p>
          <a:p xmlns:a="http://schemas.openxmlformats.org/drawingml/2006/main">
            <a:pPr marL="0" lvl="0" indent="0" algn="l">
              <a:spcBef>
                <a:spcPts val="360"/>
              </a:spcBef>
              <a:spcAft>
                <a:spcPts val="0"/>
              </a:spcAft>
              <a:buNone/>
            </a:pPr>
            <a:r>
              <a:t>[Sources] Docs/ifacconf8pages.tex, Cooperative RL Results and Analysis; Docs/The overview of paired controller for stabilizing flow.png.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1:20</a:t>
            </a:r>
          </a:p>
          <a:p xmlns:a="http://schemas.openxmlformats.org/drawingml/2006/main">
            <a:pPr marL="0" lvl="0" indent="0" algn="l">
              <a:spcBef>
                <a:spcPts val="360"/>
              </a:spcBef>
              <a:spcAft>
                <a:spcPts val="0"/>
              </a:spcAft>
              <a:buNone/>
            </a:pPr>
            <a:r>
              <a:t>Opening: PARC converts the learned behavior into three explicit control modes.</a:t>
            </a:r>
          </a:p>
          <a:p xmlns:a="http://schemas.openxmlformats.org/drawingml/2006/main">
            <a:pPr marL="0" lvl="0" indent="0" algn="l">
              <a:spcBef>
                <a:spcPts val="360"/>
              </a:spcBef>
              <a:spcAft>
                <a:spcPts val="0"/>
              </a:spcAft>
              <a:buNone/>
            </a:pPr>
            <a:r>
              <a:t>Main explanation: Define d-p as the signed periodic longitudinal displacement to the designated partner. During formation, proportional feedback reduces cross-lane position error. During synchronization, relative velocity is removed after positional alignment. During cruise, both AVs track a common equilibrium speed. All commands are clipped to physical acceleration limits.</a:t>
            </a:r>
          </a:p>
          <a:p xmlns:a="http://schemas.openxmlformats.org/drawingml/2006/main">
            <a:pPr marL="0" lvl="0" indent="0" algn="l">
              <a:spcBef>
                <a:spcPts val="360"/>
              </a:spcBef>
              <a:spcAft>
                <a:spcPts val="0"/>
              </a:spcAft>
              <a:buNone/>
            </a:pPr>
            <a:r>
              <a:t>Scientific interpretation: The hierarchy makes the mechanism inspectable and separates three tasks that the learned policy blends together. The paper reports simulation evidence rather than a formal hybrid-system stability proof.</a:t>
            </a:r>
          </a:p>
          <a:p xmlns:a="http://schemas.openxmlformats.org/drawingml/2006/main">
            <a:pPr marL="0" lvl="0" indent="0" algn="l">
              <a:spcBef>
                <a:spcPts val="360"/>
              </a:spcBef>
              <a:spcAft>
                <a:spcPts val="0"/>
              </a:spcAft>
              <a:buNone/>
            </a:pPr>
            <a:r>
              <a:t>Transition: The final control mode requires a traffic-consistent target speed.</a:t>
            </a:r>
          </a:p>
          <a:p xmlns:a="http://schemas.openxmlformats.org/drawingml/2006/main">
            <a:pPr marL="0" lvl="0" indent="0" algn="l">
              <a:spcBef>
                <a:spcPts val="360"/>
              </a:spcBef>
              <a:spcAft>
                <a:spcPts val="0"/>
              </a:spcAft>
              <a:buNone/>
            </a:pPr>
            <a:r>
              <a:t>Likely question: How are gains and thresholds selected? They are design parameters in the present study; a systematic sensitivity analysis is future work.</a:t>
            </a:r>
          </a:p>
          <a:p xmlns:a="http://schemas.openxmlformats.org/drawingml/2006/main">
            <a:pPr marL="0" lvl="0" indent="0" algn="l">
              <a:spcBef>
                <a:spcPts val="360"/>
              </a:spcBef>
              <a:spcAft>
                <a:spcPts val="0"/>
              </a:spcAft>
              <a:buNone/>
            </a:pPr>
            <a:r>
              <a:t>[Sources] Docs/ifacconf8pages.tex, Rule-Based Pair-Aligned Control Strategy and Algorithm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0:50</a:t>
            </a:r>
          </a:p>
          <a:p xmlns:a="http://schemas.openxmlformats.org/drawingml/2006/main">
            <a:pPr marL="0" lvl="0" indent="0" algn="l">
              <a:spcBef>
                <a:spcPts val="360"/>
              </a:spcBef>
              <a:spcAft>
                <a:spcPts val="0"/>
              </a:spcAft>
              <a:buNone/>
            </a:pPr>
            <a:r>
              <a:t>Opening: The target speed is not simply set to the road speed limit.</a:t>
            </a:r>
          </a:p>
          <a:p xmlns:a="http://schemas.openxmlformats.org/drawingml/2006/main">
            <a:pPr marL="0" lvl="0" indent="0" algn="l">
              <a:spcBef>
                <a:spcPts val="360"/>
              </a:spcBef>
              <a:spcAft>
                <a:spcPts val="0"/>
              </a:spcAft>
              <a:buNone/>
            </a:pPr>
            <a:r>
              <a:t>Main explanation: Dense traffic restricts the speed compatible with uniform equilibrium spacing. The implementation computes the equilibrium speed using the effective number of vehicles per lane. With 44 total vehicles and two lanes, it uses N-l equal to 22. The nonlinear IDM relation is then solved numerically for v-star.</a:t>
            </a:r>
          </a:p>
          <a:p xmlns:a="http://schemas.openxmlformats.org/drawingml/2006/main">
            <a:pPr marL="0" lvl="0" indent="0" algn="l">
              <a:spcBef>
                <a:spcPts val="360"/>
              </a:spcBef>
              <a:spcAft>
                <a:spcPts val="0"/>
              </a:spcAft>
              <a:buNone/>
            </a:pPr>
            <a:r>
              <a:t>Scientific interpretation: This links network geometry and car-following equilibrium directly to the rule-based cruise mode.</a:t>
            </a:r>
          </a:p>
          <a:p xmlns:a="http://schemas.openxmlformats.org/drawingml/2006/main">
            <a:pPr marL="0" lvl="0" indent="0" algn="l">
              <a:spcBef>
                <a:spcPts val="360"/>
              </a:spcBef>
              <a:spcAft>
                <a:spcPts val="0"/>
              </a:spcAft>
              <a:buNone/>
            </a:pPr>
            <a:r>
              <a:t>Transition: We now compare methods chosen to isolate the value of each methodological step.</a:t>
            </a:r>
          </a:p>
          <a:p xmlns:a="http://schemas.openxmlformats.org/drawingml/2006/main">
            <a:pPr marL="0" lvl="0" indent="0" algn="l">
              <a:spcBef>
                <a:spcPts val="360"/>
              </a:spcBef>
              <a:spcAft>
                <a:spcPts val="0"/>
              </a:spcAft>
              <a:buNone/>
            </a:pPr>
            <a:r>
              <a:t>Likely question: Why use a per-lane count? The implementation evaluates the equilibrium of the virtual longitudinal lane using TOTAL_VEH divided by LANES.</a:t>
            </a:r>
          </a:p>
          <a:p xmlns:a="http://schemas.openxmlformats.org/drawingml/2006/main">
            <a:pPr marL="0" lvl="0" indent="0" algn="l">
              <a:spcBef>
                <a:spcPts val="360"/>
              </a:spcBef>
              <a:spcAft>
                <a:spcPts val="0"/>
              </a:spcAft>
              <a:buNone/>
            </a:pPr>
            <a:r>
              <a:t>[Sources] Docs/ifacconf8pages.tex, PARC cruise-speed derivation; examples/exp_configs/non_rl/paired_ring.py, num_per_lane and v_eq_max_function.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0:55</a:t>
            </a:r>
          </a:p>
          <a:p xmlns:a="http://schemas.openxmlformats.org/drawingml/2006/main">
            <a:pPr marL="0" lvl="0" indent="0" algn="l">
              <a:spcBef>
                <a:spcPts val="360"/>
              </a:spcBef>
              <a:spcAft>
                <a:spcPts val="0"/>
              </a:spcAft>
              <a:buNone/>
            </a:pPr>
            <a:r>
              <a:t>Opening: Each baseline answers a separate methodological question.</a:t>
            </a:r>
          </a:p>
          <a:p xmlns:a="http://schemas.openxmlformats.org/drawingml/2006/main">
            <a:pPr marL="0" lvl="0" indent="0" algn="l">
              <a:spcBef>
                <a:spcPts val="360"/>
              </a:spcBef>
              <a:spcAft>
                <a:spcPts val="0"/>
              </a:spcAft>
              <a:buNone/>
            </a:pPr>
            <a:r>
              <a:t>Main explanation: All-HDV demonstrates the uncontrolled phenomenon. RL-1AV tests the classical single-actuator extension. RL-Coop-2AV tests whether shared information enables coordination. 2AV-SLC is the most important fair baseline because it uses the same number of AVs as PARC without partner coordination. PARC tests whether the distilled mechanism is sufficient.</a:t>
            </a:r>
          </a:p>
          <a:p xmlns:a="http://schemas.openxmlformats.org/drawingml/2006/main">
            <a:pPr marL="0" lvl="0" indent="0" algn="l">
              <a:spcBef>
                <a:spcPts val="360"/>
              </a:spcBef>
              <a:spcAft>
                <a:spcPts val="0"/>
              </a:spcAft>
              <a:buNone/>
            </a:pPr>
            <a:r>
              <a:t>Scientific interpretation: Nearly parallel time-space trajectories indicate steady motion. The comparison separates the effect of adding AVs from the effect of coordinating them.</a:t>
            </a:r>
          </a:p>
          <a:p xmlns:a="http://schemas.openxmlformats.org/drawingml/2006/main">
            <a:pPr marL="0" lvl="0" indent="0" algn="l">
              <a:spcBef>
                <a:spcPts val="360"/>
              </a:spcBef>
              <a:spcAft>
                <a:spcPts val="0"/>
              </a:spcAft>
              <a:buNone/>
            </a:pPr>
            <a:r>
              <a:t>Transition: The comparison shows that coordination, rather than AV count alone, produces the improvement.</a:t>
            </a:r>
          </a:p>
          <a:p xmlns:a="http://schemas.openxmlformats.org/drawingml/2006/main">
            <a:pPr marL="0" lvl="0" indent="0" algn="l">
              <a:spcBef>
                <a:spcPts val="360"/>
              </a:spcBef>
              <a:spcAft>
                <a:spcPts val="0"/>
              </a:spcAft>
              <a:buNone/>
            </a:pPr>
            <a:r>
              <a:t>Likely question: Why is 1AV-SLC not the primary baseline? It does not stabilize the adjacent lane, so it does not solve the complete two-lane problem.</a:t>
            </a:r>
          </a:p>
          <a:p xmlns:a="http://schemas.openxmlformats.org/drawingml/2006/main">
            <a:pPr marL="0" lvl="0" indent="0" algn="l">
              <a:spcBef>
                <a:spcPts val="360"/>
              </a:spcBef>
              <a:spcAft>
                <a:spcPts val="0"/>
              </a:spcAft>
              <a:buNone/>
            </a:pPr>
            <a:r>
              <a:t>[Sources] Docs/ifacconf8pages.tex, Discussion and Comparison; Docs/trajectory_log_paired_controller.png.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0:45</a:t>
            </a:r>
          </a:p>
          <a:p xmlns:a="http://schemas.openxmlformats.org/drawingml/2006/main">
            <a:pPr marL="0" lvl="0" indent="0" algn="l">
              <a:spcBef>
                <a:spcPts val="360"/>
              </a:spcBef>
              <a:spcAft>
                <a:spcPts val="0"/>
              </a:spcAft>
              <a:buNone/>
            </a:pPr>
            <a:r>
              <a:t>Opening: The fair quantitative comparison is PARC versus 2AV-SLC.</a:t>
            </a:r>
          </a:p>
          <a:p xmlns:a="http://schemas.openxmlformats.org/drawingml/2006/main">
            <a:pPr marL="0" lvl="0" indent="0" algn="l">
              <a:spcBef>
                <a:spcPts val="360"/>
              </a:spcBef>
              <a:spcAft>
                <a:spcPts val="0"/>
              </a:spcAft>
              <a:buNone/>
            </a:pPr>
            <a:r>
              <a:t>Main explanation: Both methods use two AVs and address both lanes. PARC increases stabilized average speed from 4.441 to 4.768 metres per second, corresponding to approximately 7.4 percent. 1AV-SLC reports 4.972 metres per second, but it does not stabilize the adjacent lane. Cooperative RL stabilizes both lanes but operates conservatively because of reward weighting.</a:t>
            </a:r>
          </a:p>
          <a:p xmlns:a="http://schemas.openxmlformats.org/drawingml/2006/main">
            <a:pPr marL="0" lvl="0" indent="0" algn="l">
              <a:spcBef>
                <a:spcPts val="360"/>
              </a:spcBef>
              <a:spcAft>
                <a:spcPts val="0"/>
              </a:spcAft>
              <a:buNone/>
            </a:pPr>
            <a:r>
              <a:t>Scientific interpretation: RL serves as a design instrument, and PARC becomes the interpretable runtime controller. The current evidence is limited to centralized information, two lanes, two AVs, no optimality proof, and no explicit energy, safety, or comfort evaluation.</a:t>
            </a:r>
          </a:p>
          <a:p xmlns:a="http://schemas.openxmlformats.org/drawingml/2006/main">
            <a:pPr marL="0" lvl="0" indent="0" algn="l">
              <a:spcBef>
                <a:spcPts val="360"/>
              </a:spcBef>
              <a:spcAft>
                <a:spcPts val="0"/>
              </a:spcAft>
              <a:buNone/>
            </a:pPr>
            <a:r>
              <a:t>Transition: Before questions, I would like to highlight the next IFAC World Congress.</a:t>
            </a:r>
          </a:p>
          <a:p xmlns:a="http://schemas.openxmlformats.org/drawingml/2006/main">
            <a:pPr marL="0" lvl="0" indent="0" algn="l">
              <a:spcBef>
                <a:spcPts val="360"/>
              </a:spcBef>
              <a:spcAft>
                <a:spcPts val="0"/>
              </a:spcAft>
              <a:buNone/>
            </a:pPr>
            <a:r>
              <a:t>Likely question: Is PARC optimal? No. The result demonstrates relative improvement over selected baselines, not system optimality.</a:t>
            </a:r>
          </a:p>
          <a:p xmlns:a="http://schemas.openxmlformats.org/drawingml/2006/main">
            <a:pPr marL="0" lvl="0" indent="0" algn="l">
              <a:spcBef>
                <a:spcPts val="360"/>
              </a:spcBef>
              <a:spcAft>
                <a:spcPts val="0"/>
              </a:spcAft>
              <a:buNone/>
            </a:pPr>
            <a:r>
              <a:t>[Sources] Docs/ifacconf8pages.tex, Discussion, Comparison, and Conclusion; Docs/avg_speed_comparison.png; Docs/reviewer_comments_summary.md.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Timing: 0:20</a:t>
            </a:r>
          </a:p>
          <a:p xmlns:a="http://schemas.openxmlformats.org/drawingml/2006/main">
            <a:pPr marL="0" lvl="0" indent="0" algn="l">
              <a:spcBef>
                <a:spcPts val="360"/>
              </a:spcBef>
              <a:spcAft>
                <a:spcPts val="0"/>
              </a:spcAft>
              <a:buNone/>
            </a:pPr>
            <a:r>
              <a:t>Opening: The next IFAC World Congress will take place in Amsterdam from 8 to 13 July 2029.</a:t>
            </a:r>
          </a:p>
          <a:p xmlns:a="http://schemas.openxmlformats.org/drawingml/2006/main">
            <a:pPr marL="0" lvl="0" indent="0" algn="l">
              <a:spcBef>
                <a:spcPts val="360"/>
              </a:spcBef>
              <a:spcAft>
                <a:spcPts val="0"/>
              </a:spcAft>
              <a:buNone/>
            </a:pPr>
            <a:r>
              <a:t>Main explanation: We look forward to welcoming the IFAC community to the Netherlands. Please visit the IFAC 2029 booth for further information.</a:t>
            </a:r>
          </a:p>
          <a:p xmlns:a="http://schemas.openxmlformats.org/drawingml/2006/main">
            <a:pPr marL="0" lvl="0" indent="0" algn="l">
              <a:spcBef>
                <a:spcPts val="360"/>
              </a:spcBef>
              <a:spcAft>
                <a:spcPts val="0"/>
              </a:spcAft>
              <a:buNone/>
            </a:pPr>
            <a:r>
              <a:t>Scientific interpretation: This is the official supplied IFAC 2029 advertisement and is intentionally shown unchanged.</a:t>
            </a:r>
          </a:p>
          <a:p xmlns:a="http://schemas.openxmlformats.org/drawingml/2006/main">
            <a:pPr marL="0" lvl="0" indent="0" algn="l">
              <a:spcBef>
                <a:spcPts val="360"/>
              </a:spcBef>
              <a:spcAft>
                <a:spcPts val="0"/>
              </a:spcAft>
              <a:buNone/>
            </a:pPr>
            <a:r>
              <a:t>Transition: Thank you. I welcome your questions.</a:t>
            </a:r>
          </a:p>
          <a:p xmlns:a="http://schemas.openxmlformats.org/drawingml/2006/main">
            <a:pPr marL="0" lvl="0" indent="0" algn="l">
              <a:spcBef>
                <a:spcPts val="360"/>
              </a:spcBef>
              <a:spcAft>
                <a:spcPts val="0"/>
              </a:spcAft>
              <a:buNone/>
            </a:pPr>
            <a:r>
              <a:t>Likely question: Where can I find more information? At the IFAC 2029 booth and through future official congress announcements.</a:t>
            </a:r>
          </a:p>
          <a:p xmlns:a="http://schemas.openxmlformats.org/drawingml/2006/main">
            <a:pPr marL="0" lvl="0" indent="0" algn="l">
              <a:spcBef>
                <a:spcPts val="360"/>
              </a:spcBef>
              <a:spcAft>
                <a:spcPts val="0"/>
              </a:spcAft>
              <a:buNone/>
            </a:pPr>
            <a:r>
              <a:t>[Sources] IFAC29.Advertising.pdf.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f56c477cfd448e" /><Relationship Type="http://schemas.openxmlformats.org/officeDocument/2006/relationships/image" Target="/ppt/media/image.png" Id="R6a953cc6e10e4a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82fd5773484c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34ae3cd0ff45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b422ed3b1345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5274e9e2f84a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a45d1096044f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ce7eff03716450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8f56b1f5ef145c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b1cdb2eb97d41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793749f8b2343f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2f843617ae3457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463f538887848c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69c808a14bde41a4" /><Relationship Type="http://schemas.openxmlformats.org/officeDocument/2006/relationships/image" Target="/ppt/media/image.png" Id="Rde00534d6760454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7936578e0d454e9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78736991aec2465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96de4ec45d66402f"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9bdcb04a7be04d8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c2a96b18220345cf"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f2d0c1dbf603494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8cac59aecdaf4423"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48c4baaf7cc943e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60c0926675c4414c"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dc7cd3efd75d45c8"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ee037c15e7dc4703" /><Relationship Type="http://schemas.openxmlformats.org/officeDocument/2006/relationships/image" Target="/ppt/media/image.png" Id="R2b523a4874634867"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db80e97afd344b60"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1d4bdcb4d70e46f9"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90787a4ab3724191"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cd4fb072a4cc4340"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e20f4977c6c54f32"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2981afbebb334eb1"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cd743d98c9e54c6d"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b273cc9d25b44a02"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0d03f39d6f954e04"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xml" Id="R5a895b206e444051" /></Relationships>
</file>

<file path=ppt/slideLayouts/slideLayout1.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22" name="Google Shape;22;p2">
            <a:extLst xmlns:a="http://schemas.openxmlformats.org/drawingml/2006/main">
              <a:ext uri="{FF2B5EF4-FFF2-40B4-BE49-F238E27FC236}">
                <a16:creationId xmlns:a16="http://schemas.microsoft.com/office/drawing/2014/main" id="{D61535A4-407D-43B7-84AE-C1213BBAF8A5}"/>
              </a:ext>
            </a:extLst>
          </p:cNvPr>
          <p:cNvSpPr>
            <a:spLocks xmlns:a="http://schemas.openxmlformats.org/drawingml/2006/main" noGrp="1"/>
          </p:cNvSpPr>
          <p:nvPr/>
        </p:nvSpPr>
        <p:spPr>
          <a:xfrm xmlns:a="http://schemas.openxmlformats.org/drawingml/2006/main">
            <a:off x="0" y="0"/>
            <a:ext cx="12192000" cy="101758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p>
        </p:txBody>
      </p:sp>
      <p:sp>
        <p:nvSpPr>
          <p:cNvPr id="23" name="Google Shape;23;p2">
            <a:extLst xmlns:a="http://schemas.openxmlformats.org/drawingml/2006/main">
              <a:ext uri="{FF2B5EF4-FFF2-40B4-BE49-F238E27FC236}">
                <a16:creationId xmlns:a16="http://schemas.microsoft.com/office/drawing/2014/main" id="{747CC1E5-BAB8-4097-A913-893D384183C0}"/>
              </a:ext>
            </a:extLst>
          </p:cNvPr>
          <p:cNvSpPr>
            <a:spLocks xmlns:a="http://schemas.openxmlformats.org/drawingml/2006/main" noGrp="1"/>
          </p:cNvSpPr>
          <p:nvPr/>
        </p:nvSpPr>
        <p:spPr>
          <a:xfrm xmlns:a="http://schemas.openxmlformats.org/drawingml/2006/main">
            <a:off x="0" y="0"/>
            <a:ext cx="16933"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24" name="Google Shape;24;p2">
            <a:extLst xmlns:a="http://schemas.openxmlformats.org/drawingml/2006/main">
              <a:ext uri="{FF2B5EF4-FFF2-40B4-BE49-F238E27FC236}">
                <a16:creationId xmlns:a16="http://schemas.microsoft.com/office/drawing/2014/main" id="{C28B1147-7BCE-4128-B06C-C5FB049C7D58}"/>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25" name="Google Shape;25;p2">
            <a:extLst xmlns:a="http://schemas.openxmlformats.org/drawingml/2006/main">
              <a:ext uri="{FF2B5EF4-FFF2-40B4-BE49-F238E27FC236}">
                <a16:creationId xmlns:a16="http://schemas.microsoft.com/office/drawing/2014/main" id="{F4731BDF-B053-4F6F-B169-139284C3807E}"/>
              </a:ext>
            </a:extLst>
          </p:cNvPr>
          <p:cNvSpPr>
            <a:spLocks xmlns:a="http://schemas.openxmlformats.org/drawingml/2006/main" noGrp="1"/>
          </p:cNvSpPr>
          <p:nvPr>
            <p:ph type="ctrTitle" idx="0"/>
          </p:nvPr>
        </p:nvSpPr>
        <p:spPr>
          <a:xfrm xmlns:a="http://schemas.openxmlformats.org/drawingml/2006/main">
            <a:off x="0" y="1274400"/>
            <a:ext cx="12192000" cy="1080000"/>
          </a:xfrm>
          <a:prstGeom xmlns:a="http://schemas.openxmlformats.org/drawingml/2006/main" prst="rect">
            <a:avLst/>
          </a:prstGeom>
          <a:solidFill xmlns:a="http://schemas.openxmlformats.org/drawingml/2006/main">
            <a:srgbClr val="505050"/>
          </a:solidFill>
          <a:ln xmlns:a="http://schemas.openxmlformats.org/drawingml/2006/main">
            <a:noFill/>
          </a:ln>
        </p:spPr>
        <p:txBody>
          <a:bodyPr xmlns:a="http://schemas.openxmlformats.org/drawingml/2006/main" spcFirstLastPara="1" wrap="square" lIns="981950" tIns="216000" rIns="268250" bIns="216000" anchor="t">
            <a:noAutofit/>
          </a:bodyPr>
          <a:lstStyle xmlns:a="http://schemas.openxmlformats.org/drawingml/2006/main">
            <a:lvl1pPr algn="l">
              <a:spcBef>
                <a:spcPts val="0"/>
              </a:spcBef>
              <a:spcAft>
                <a:spcPts val="0"/>
              </a:spcAft>
              <a:buSzPts val="1400"/>
              <a:buNone/>
              <a:defRPr sz="4201">
                <a:solidFill>
                  <a:srgbClr val="FFFFFF"/>
                </a:solidFill>
              </a:defRPr>
            </a:lvl1pPr>
            <a:lvl2pPr algn="l">
              <a:spcBef>
                <a:spcPts val="0"/>
              </a:spcBef>
              <a:spcAft>
                <a:spcPts val="0"/>
              </a:spcAft>
              <a:buSzPts val="1400"/>
              <a:buNone/>
              <a:defRPr>
                <a:latin typeface="Arial"/>
                <a:ea typeface="Arial"/>
                <a:cs typeface="Arial"/>
              </a:defRPr>
            </a:lvl2pPr>
            <a:lvl3pPr algn="l">
              <a:spcBef>
                <a:spcPts val="0"/>
              </a:spcBef>
              <a:spcAft>
                <a:spcPts val="0"/>
              </a:spcAft>
              <a:buSzPts val="1400"/>
              <a:buNone/>
              <a:defRPr>
                <a:latin typeface="Arial"/>
                <a:ea typeface="Arial"/>
                <a:cs typeface="Arial"/>
              </a:defRPr>
            </a:lvl3pPr>
            <a:lvl4pPr algn="l">
              <a:spcBef>
                <a:spcPts val="0"/>
              </a:spcBef>
              <a:spcAft>
                <a:spcPts val="0"/>
              </a:spcAft>
              <a:buSzPts val="1400"/>
              <a:buNone/>
              <a:defRPr>
                <a:latin typeface="Arial"/>
                <a:ea typeface="Arial"/>
                <a:cs typeface="Arial"/>
              </a:defRPr>
            </a:lvl4pPr>
            <a:lvl5pPr algn="l">
              <a:spcBef>
                <a:spcPts val="0"/>
              </a:spcBef>
              <a:spcAft>
                <a:spcPts val="0"/>
              </a:spcAft>
              <a:buSzPts val="1400"/>
              <a:buNone/>
              <a:defRPr>
                <a:latin typeface="Arial"/>
                <a:ea typeface="Arial"/>
                <a:cs typeface="Arial"/>
              </a:defRPr>
            </a:lvl5pPr>
            <a:lvl6pPr algn="l">
              <a:spcBef>
                <a:spcPts val="0"/>
              </a:spcBef>
              <a:spcAft>
                <a:spcPts val="0"/>
              </a:spcAft>
              <a:buSzPts val="1400"/>
              <a:buNone/>
              <a:defRPr>
                <a:latin typeface="Arial"/>
                <a:ea typeface="Arial"/>
                <a:cs typeface="Arial"/>
              </a:defRPr>
            </a:lvl6pPr>
            <a:lvl7pPr algn="l">
              <a:spcBef>
                <a:spcPts val="0"/>
              </a:spcBef>
              <a:spcAft>
                <a:spcPts val="0"/>
              </a:spcAft>
              <a:buSzPts val="1400"/>
              <a:buNone/>
              <a:defRPr>
                <a:latin typeface="Arial"/>
                <a:ea typeface="Arial"/>
                <a:cs typeface="Arial"/>
              </a:defRPr>
            </a:lvl7pPr>
            <a:lvl8pPr algn="l">
              <a:spcBef>
                <a:spcPts val="0"/>
              </a:spcBef>
              <a:spcAft>
                <a:spcPts val="0"/>
              </a:spcAft>
              <a:buSzPts val="1400"/>
              <a:buNone/>
              <a:defRPr>
                <a:latin typeface="Arial"/>
                <a:ea typeface="Arial"/>
                <a:cs typeface="Arial"/>
              </a:defRPr>
            </a:lvl8pPr>
            <a:lvl9pPr algn="l">
              <a:spcBef>
                <a:spcPts val="0"/>
              </a:spcBef>
              <a:spcAft>
                <a:spcPts val="0"/>
              </a:spcAft>
              <a:buSzPts val="1400"/>
              <a:buNone/>
              <a:defRPr>
                <a:latin typeface="Arial"/>
                <a:ea typeface="Arial"/>
                <a:cs typeface="Arial"/>
              </a:defRPr>
            </a:lvl9pPr>
          </a:lstStyle>
          <a:p xmlns:a="http://schemas.openxmlformats.org/drawingml/2006/main"/>
        </p:txBody>
      </p:sp>
      <p:sp>
        <p:nvSpPr>
          <p:cNvPr id="26" name="Google Shape;26;p2">
            <a:extLst xmlns:a="http://schemas.openxmlformats.org/drawingml/2006/main">
              <a:ext uri="{FF2B5EF4-FFF2-40B4-BE49-F238E27FC236}">
                <a16:creationId xmlns:a16="http://schemas.microsoft.com/office/drawing/2014/main" id="{95505A82-7C8B-4653-ABBE-CF3CD2082328}"/>
              </a:ext>
            </a:extLst>
          </p:cNvPr>
          <p:cNvSpPr>
            <a:spLocks xmlns:a="http://schemas.openxmlformats.org/drawingml/2006/main" noGrp="1"/>
          </p:cNvSpPr>
          <p:nvPr>
            <p:ph type="subTitle" idx="1"/>
          </p:nvPr>
        </p:nvSpPr>
        <p:spPr>
          <a:xfrm xmlns:a="http://schemas.openxmlformats.org/drawingml/2006/main">
            <a:off x="1" y="4032000"/>
            <a:ext cx="12187768" cy="19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algn="l">
              <a:spcBef>
                <a:spcPts val="380"/>
              </a:spcBef>
              <a:spcAft>
                <a:spcPts val="0"/>
              </a:spcAft>
              <a:buClr>
                <a:schemeClr val="dk1"/>
              </a:buClr>
              <a:buSzPts val="1902"/>
              <a:buFont typeface="Verdana"/>
              <a:buNone/>
              <a:defRPr sz="1902"/>
            </a:lvl1pPr>
            <a:lvl2pPr algn="l">
              <a:spcBef>
                <a:spcPts val="360"/>
              </a:spcBef>
              <a:spcAft>
                <a:spcPts val="0"/>
              </a:spcAft>
              <a:buClr>
                <a:schemeClr val="dk1"/>
              </a:buClr>
              <a:buSzPts val="900"/>
              <a:buChar char="▪"/>
              <a:defRPr/>
            </a:lvl2pPr>
            <a:lvl3pPr algn="l">
              <a:spcBef>
                <a:spcPts val="360"/>
              </a:spcBef>
              <a:spcAft>
                <a:spcPts val="0"/>
              </a:spcAft>
              <a:buClr>
                <a:schemeClr val="dk1"/>
              </a:buClr>
              <a:buSzPts val="1530"/>
              <a:buChar char="-"/>
              <a:defRPr/>
            </a:lvl3pPr>
            <a:lvl4pPr algn="l">
              <a:spcBef>
                <a:spcPts val="360"/>
              </a:spcBef>
              <a:spcAft>
                <a:spcPts val="0"/>
              </a:spcAft>
              <a:buClr>
                <a:schemeClr val="dk1"/>
              </a:buClr>
              <a:buSzPts val="1800"/>
              <a:buChar char="-"/>
              <a:defRPr/>
            </a:lvl4pPr>
            <a:lvl5pPr algn="l">
              <a:spcBef>
                <a:spcPts val="360"/>
              </a:spcBef>
              <a:spcAft>
                <a:spcPts val="0"/>
              </a:spcAft>
              <a:buClr>
                <a:schemeClr val="dk1"/>
              </a:buClr>
              <a:buSzPts val="1800"/>
              <a:buChar char="-"/>
              <a:defRPr/>
            </a:lvl5pPr>
            <a:lvl6pPr algn="l">
              <a:spcBef>
                <a:spcPts val="360"/>
              </a:spcBef>
              <a:spcAft>
                <a:spcPts val="0"/>
              </a:spcAft>
              <a:buClr>
                <a:schemeClr val="dk1"/>
              </a:buClr>
              <a:buSzPts val="1800"/>
              <a:buChar char="-"/>
              <a:defRPr/>
            </a:lvl6pPr>
            <a:lvl7pPr algn="l">
              <a:spcBef>
                <a:spcPts val="360"/>
              </a:spcBef>
              <a:spcAft>
                <a:spcPts val="0"/>
              </a:spcAft>
              <a:buClr>
                <a:schemeClr val="dk1"/>
              </a:buClr>
              <a:buSzPts val="1800"/>
              <a:buChar char="-"/>
              <a:defRPr/>
            </a:lvl7pPr>
            <a:lvl8pPr algn="l">
              <a:spcBef>
                <a:spcPts val="360"/>
              </a:spcBef>
              <a:spcAft>
                <a:spcPts val="0"/>
              </a:spcAft>
              <a:buClr>
                <a:schemeClr val="dk1"/>
              </a:buClr>
              <a:buSzPts val="1800"/>
              <a:buChar char="-"/>
              <a:defRPr/>
            </a:lvl8pPr>
            <a:lvl9pPr algn="l">
              <a:spcBef>
                <a:spcPts val="360"/>
              </a:spcBef>
              <a:spcAft>
                <a:spcPts val="0"/>
              </a:spcAft>
              <a:buClr>
                <a:schemeClr val="dk1"/>
              </a:buClr>
              <a:buSzPts val="1800"/>
              <a:buChar char="-"/>
              <a:defRPr/>
            </a:lvl9pPr>
          </a:lstStyle>
          <a:p xmlns:a="http://schemas.openxmlformats.org/drawingml/2006/main"/>
        </p:txBody>
      </p:sp>
      <p:sp>
        <p:nvSpPr>
          <p:cNvPr id="27" name="Google Shape;27;p2">
            <a:extLst xmlns:a="http://schemas.openxmlformats.org/drawingml/2006/main">
              <a:ext uri="{FF2B5EF4-FFF2-40B4-BE49-F238E27FC236}">
                <a16:creationId xmlns:a16="http://schemas.microsoft.com/office/drawing/2014/main" id="{2C707832-5010-435C-AB44-3B700ADA7DB4}"/>
              </a:ext>
            </a:extLst>
          </p:cNvPr>
          <p:cNvSpPr>
            <a:spLocks xmlns:a="http://schemas.openxmlformats.org/drawingml/2006/main" noGrp="1"/>
          </p:cNvSpPr>
          <p:nvPr/>
        </p:nvSpPr>
        <p:spPr>
          <a:xfrm xmlns:a="http://schemas.openxmlformats.org/drawingml/2006/main">
            <a:off x="-1" y="1017588"/>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28" name="Google Shape;28;p2">
            <a:extLst xmlns:a="http://schemas.openxmlformats.org/drawingml/2006/main">
              <a:ext uri="{FF2B5EF4-FFF2-40B4-BE49-F238E27FC236}">
                <a16:creationId xmlns:a16="http://schemas.microsoft.com/office/drawing/2014/main" id="{0BDAE6C7-1459-4E94-8852-0D3BDD62B8AF}"/>
              </a:ext>
            </a:extLst>
          </p:cNvPr>
          <p:cNvSpPr>
            <a:spLocks xmlns:a="http://schemas.openxmlformats.org/drawingml/2006/main" noGrp="1"/>
          </p:cNvSpPr>
          <p:nvPr/>
        </p:nvSpPr>
        <p:spPr>
          <a:xfrm xmlns:a="http://schemas.openxmlformats.org/drawingml/2006/main">
            <a:off x="10714567" y="1079501"/>
            <a:ext cx="254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900" b="0" i="0" u="none" cap="none">
                <a:solidFill>
                  <a:srgbClr val="FFFFFF"/>
                </a:solidFill>
                <a:latin typeface="Arial"/>
                <a:ea typeface="Arial"/>
                <a:cs typeface="Arial"/>
              </a:rPr>
              <a:t>‹#›</a:t>
            </a:fld>
          </a:p>
        </p:txBody>
      </p:sp>
      <p:sp>
        <p:nvSpPr>
          <p:cNvPr id="29" name="Google Shape;29;p2">
            <a:extLst xmlns:a="http://schemas.openxmlformats.org/drawingml/2006/main">
              <a:ext uri="{FF2B5EF4-FFF2-40B4-BE49-F238E27FC236}">
                <a16:creationId xmlns:a16="http://schemas.microsoft.com/office/drawing/2014/main" id="{7CA8FCDF-D333-4E05-98A0-F82E1A702DAE}"/>
              </a:ext>
            </a:extLst>
          </p:cNvPr>
          <p:cNvSpPr>
            <a:spLocks xmlns:a="http://schemas.openxmlformats.org/drawingml/2006/main" noGrp="1"/>
          </p:cNvSpPr>
          <p:nvPr/>
        </p:nvSpPr>
        <p:spPr>
          <a:xfrm xmlns:a="http://schemas.openxmlformats.org/drawingml/2006/main">
            <a:off x="10663767" y="1079501"/>
            <a:ext cx="529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0" b="0" i="0" u="none" cap="none">
                <a:solidFill>
                  <a:srgbClr val="FFFFFF"/>
                </a:solidFill>
                <a:latin typeface="Verdana"/>
                <a:ea typeface="Verdana"/>
                <a:cs typeface="Verdana"/>
              </a:rPr>
              <a:t>|</a:t>
            </a:r>
          </a:p>
        </p:txBody>
      </p:sp>
      <p:pic>
        <p:nvPicPr>
          <p:cNvPr id="43" name="Google Shape;30;p2"/>
          <p:cNvPicPr>
            <a:picLocks xmlns:a="http://schemas.openxmlformats.org/drawingml/2006/main" noChangeAspect="1"/>
          </p:cNvPicPr>
          <p:nvPr/>
        </p:nvPicPr>
        <p:blipFill rotWithShape="1">
          <a:blip xmlns:r="http://schemas.openxmlformats.org/officeDocument/2006/relationships" xmlns:a="http://schemas.openxmlformats.org/drawingml/2006/main" r:embed="R6a953cc6e10e4a5d">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31" name="Google Shape;31;p2">
            <a:extLst xmlns:a="http://schemas.openxmlformats.org/drawingml/2006/main">
              <a:ext uri="{FF2B5EF4-FFF2-40B4-BE49-F238E27FC236}">
                <a16:creationId xmlns:a16="http://schemas.microsoft.com/office/drawing/2014/main" id="{E810B5DF-8816-488A-BC20-F608A71C4787}"/>
              </a:ext>
            </a:extLst>
          </p:cNvPr>
          <p:cNvSpPr>
            <a:spLocks xmlns:a="http://schemas.openxmlformats.org/drawingml/2006/main" noGrp="1"/>
          </p:cNvSpPr>
          <p:nvPr/>
        </p:nvSpPr>
        <p:spPr>
          <a:xfrm xmlns:a="http://schemas.openxmlformats.org/drawingml/2006/main">
            <a:off x="3687764" y="339725"/>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32" name="Google Shape;32;p2">
            <a:extLst xmlns:a="http://schemas.openxmlformats.org/drawingml/2006/main">
              <a:ext uri="{FF2B5EF4-FFF2-40B4-BE49-F238E27FC236}">
                <a16:creationId xmlns:a16="http://schemas.microsoft.com/office/drawing/2014/main" id="{74F368A8-F9D5-48AC-A43E-A4B30363EFC8}"/>
              </a:ext>
            </a:extLst>
          </p:cNvPr>
          <p:cNvSpPr>
            <a:spLocks xmlns:a="http://schemas.openxmlformats.org/drawingml/2006/main" noGrp="1"/>
          </p:cNvSpPr>
          <p:nvPr/>
        </p:nvSpPr>
        <p:spPr>
          <a:xfrm xmlns:a="http://schemas.openxmlformats.org/drawingml/2006/main">
            <a:off x="5811838" y="341313"/>
            <a:ext cx="2400300" cy="4175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33" name="Google Shape;33;p2">
            <a:extLst xmlns:a="http://schemas.openxmlformats.org/drawingml/2006/main">
              <a:ext uri="{FF2B5EF4-FFF2-40B4-BE49-F238E27FC236}">
                <a16:creationId xmlns:a16="http://schemas.microsoft.com/office/drawing/2014/main" id="{37105D50-EE36-44C0-867E-2F555DE94F94}"/>
              </a:ext>
            </a:extLst>
          </p:cNvPr>
          <p:cNvSpPr>
            <a:spLocks xmlns:a="http://schemas.openxmlformats.org/drawingml/2006/main" noGrp="1"/>
          </p:cNvSpPr>
          <p:nvPr/>
        </p:nvSpPr>
        <p:spPr>
          <a:xfrm xmlns:a="http://schemas.openxmlformats.org/drawingml/2006/main">
            <a:off x="9838267" y="1079501"/>
            <a:ext cx="762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a:solidFill>
                  <a:srgbClr val="FFFFFF"/>
                </a:solidFill>
                <a:latin typeface="Verdana"/>
                <a:ea typeface="Verdana"/>
                <a:cs typeface="Verdana"/>
              </a:rPr>
              <a:t>  </a:t>
            </a: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FB329CD4-0F31-44B5-9902-62980110EC03}"/>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D322E7B7-D670-4B2A-B077-66C1FC6EC6BF}"/>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25755" algn="l">
              <a:spcBef>
                <a:spcPts val="360"/>
              </a:spcBef>
              <a:spcAft>
                <a:spcPts val="0"/>
              </a:spcAft>
              <a:buClr>
                <a:schemeClr val="dk1"/>
              </a:buClr>
              <a:buSzPts val="153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8" name="Google Shape;38;p4">
            <a:extLst xmlns:a="http://schemas.openxmlformats.org/drawingml/2006/main">
              <a:ext uri="{FF2B5EF4-FFF2-40B4-BE49-F238E27FC236}">
                <a16:creationId xmlns:a16="http://schemas.microsoft.com/office/drawing/2014/main" id="{A391EBE1-8C4C-489F-95A3-6389602FD994}"/>
              </a:ext>
            </a:extLst>
          </p:cNvPr>
          <p:cNvSpPr>
            <a:spLocks xmlns:a="http://schemas.openxmlformats.org/drawingml/2006/main" noGrp="1"/>
          </p:cNvSpPr>
          <p:nvPr>
            <p:ph type="title" idx="0"/>
          </p:nvPr>
        </p:nvSpPr>
        <p:spPr>
          <a:xfrm xmlns:a="http://schemas.openxmlformats.org/drawingml/2006/main">
            <a:off x="963084" y="4406901"/>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t">
            <a:noAutofit/>
          </a:bodyPr>
          <a:lstStyle xmlns:a="http://schemas.openxmlformats.org/drawingml/2006/main">
            <a:lvl1pPr algn="l">
              <a:spcBef>
                <a:spcPts val="0"/>
              </a:spcBef>
              <a:spcAft>
                <a:spcPts val="0"/>
              </a:spcAft>
              <a:buSzPts val="1400"/>
              <a:buNone/>
              <a:defRPr sz="4000" b="1" cap="none"/>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4">
            <a:extLst xmlns:a="http://schemas.openxmlformats.org/drawingml/2006/main">
              <a:ext uri="{FF2B5EF4-FFF2-40B4-BE49-F238E27FC236}">
                <a16:creationId xmlns:a16="http://schemas.microsoft.com/office/drawing/2014/main" id="{1C07A2CF-9DF7-4349-A5AC-964DB62B6474}"/>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b">
            <a:noAutofit/>
          </a:bodyPr>
          <a:lstStyle xmlns:a="http://schemas.openxmlformats.org/drawingml/2006/main">
            <a:lvl1pPr marL="457200" indent="-228600" algn="l">
              <a:spcBef>
                <a:spcPts val="400"/>
              </a:spcBef>
              <a:spcAft>
                <a:spcPts val="0"/>
              </a:spcAft>
              <a:buClr>
                <a:schemeClr val="dk1"/>
              </a:buClr>
              <a:buSzPts val="2000"/>
              <a:buNone/>
              <a:defRPr sz="2000"/>
            </a:lvl1pPr>
            <a:lvl2pPr marL="914400" indent="-228600" algn="l">
              <a:spcBef>
                <a:spcPts val="360"/>
              </a:spcBef>
              <a:spcAft>
                <a:spcPts val="0"/>
              </a:spcAft>
              <a:buClr>
                <a:schemeClr val="dk1"/>
              </a:buClr>
              <a:buSzPts val="900"/>
              <a:buNone/>
              <a:defRPr sz="1800"/>
            </a:lvl2pPr>
            <a:lvl3pPr marL="1371600" indent="-228600" algn="l">
              <a:spcBef>
                <a:spcPts val="320"/>
              </a:spcBef>
              <a:spcAft>
                <a:spcPts val="0"/>
              </a:spcAft>
              <a:buClr>
                <a:schemeClr val="dk1"/>
              </a:buClr>
              <a:buSzPts val="1360"/>
              <a:buNone/>
              <a:defRPr sz="1600"/>
            </a:lvl3pPr>
            <a:lvl4pPr marL="1828800" indent="-228600" algn="l">
              <a:spcBef>
                <a:spcPts val="280"/>
              </a:spcBef>
              <a:spcAft>
                <a:spcPts val="0"/>
              </a:spcAft>
              <a:buClr>
                <a:schemeClr val="dk1"/>
              </a:buClr>
              <a:buSzPts val="1400"/>
              <a:buNone/>
              <a:defRPr sz="1400"/>
            </a:lvl4pPr>
            <a:lvl5pPr marL="2286000" indent="-228600" algn="l">
              <a:spcBef>
                <a:spcPts val="280"/>
              </a:spcBef>
              <a:spcAft>
                <a:spcPts val="0"/>
              </a:spcAft>
              <a:buClr>
                <a:schemeClr val="dk1"/>
              </a:buClr>
              <a:buSzPts val="1400"/>
              <a:buNone/>
              <a:defRPr sz="1400"/>
            </a:lvl5pPr>
            <a:lvl6pPr marL="2743200" indent="-228600" algn="l">
              <a:spcBef>
                <a:spcPts val="280"/>
              </a:spcBef>
              <a:spcAft>
                <a:spcPts val="0"/>
              </a:spcAft>
              <a:buClr>
                <a:schemeClr val="dk1"/>
              </a:buClr>
              <a:buSzPts val="1400"/>
              <a:buNone/>
              <a:defRPr sz="1400"/>
            </a:lvl6pPr>
            <a:lvl7pPr marL="3200400" indent="-228600" algn="l">
              <a:spcBef>
                <a:spcPts val="280"/>
              </a:spcBef>
              <a:spcAft>
                <a:spcPts val="0"/>
              </a:spcAft>
              <a:buClr>
                <a:schemeClr val="dk1"/>
              </a:buClr>
              <a:buSzPts val="1400"/>
              <a:buNone/>
              <a:defRPr sz="1400"/>
            </a:lvl7pPr>
            <a:lvl8pPr marL="3657600" indent="-228600" algn="l">
              <a:spcBef>
                <a:spcPts val="280"/>
              </a:spcBef>
              <a:spcAft>
                <a:spcPts val="0"/>
              </a:spcAft>
              <a:buClr>
                <a:schemeClr val="dk1"/>
              </a:buClr>
              <a:buSzPts val="1400"/>
              <a:buNone/>
              <a:defRPr sz="1400"/>
            </a:lvl8pPr>
            <a:lvl9pPr marL="4114800" indent="-228600" algn="l">
              <a:spcBef>
                <a:spcPts val="280"/>
              </a:spcBef>
              <a:spcAft>
                <a:spcPts val="0"/>
              </a:spcAft>
              <a:buClr>
                <a:schemeClr val="dk1"/>
              </a:buClr>
              <a:buSzPts val="1400"/>
              <a:buNone/>
              <a:defRPr sz="1400"/>
            </a:lvl9pPr>
          </a:lstStyle>
          <a:p xmlns:a="http://schemas.openxmlformats.org/drawingml/2006/main"/>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1" name="Google Shape;41;p5">
            <a:extLst xmlns:a="http://schemas.openxmlformats.org/drawingml/2006/main">
              <a:ext uri="{FF2B5EF4-FFF2-40B4-BE49-F238E27FC236}">
                <a16:creationId xmlns:a16="http://schemas.microsoft.com/office/drawing/2014/main" id="{AA252A35-12CE-4A6A-8D3E-2451DBC0CB84}"/>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2" name="Google Shape;42;p5">
            <a:extLst xmlns:a="http://schemas.openxmlformats.org/drawingml/2006/main">
              <a:ext uri="{FF2B5EF4-FFF2-40B4-BE49-F238E27FC236}">
                <a16:creationId xmlns:a16="http://schemas.microsoft.com/office/drawing/2014/main" id="{29058313-6E64-4D87-837F-61432BF10168}"/>
              </a:ext>
            </a:extLst>
          </p:cNvPr>
          <p:cNvSpPr>
            <a:spLocks xmlns:a="http://schemas.openxmlformats.org/drawingml/2006/main" noGrp="1"/>
          </p:cNvSpPr>
          <p:nvPr>
            <p:ph type="body" idx="1"/>
          </p:nvPr>
        </p:nvSpPr>
        <p:spPr>
          <a:xfrm xmlns:a="http://schemas.openxmlformats.org/drawingml/2006/main">
            <a:off x="1" y="2230438"/>
            <a:ext cx="5992284"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36550" algn="l">
              <a:spcBef>
                <a:spcPts val="400"/>
              </a:spcBef>
              <a:spcAft>
                <a:spcPts val="0"/>
              </a:spcAft>
              <a:buClr>
                <a:schemeClr val="dk1"/>
              </a:buClr>
              <a:buSzPts val="17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43" name="Google Shape;43;p5">
            <a:extLst xmlns:a="http://schemas.openxmlformats.org/drawingml/2006/main">
              <a:ext uri="{FF2B5EF4-FFF2-40B4-BE49-F238E27FC236}">
                <a16:creationId xmlns:a16="http://schemas.microsoft.com/office/drawing/2014/main" id="{F7159151-54D0-49C0-9AC3-13679B392D45}"/>
              </a:ext>
            </a:extLst>
          </p:cNvPr>
          <p:cNvSpPr>
            <a:spLocks xmlns:a="http://schemas.openxmlformats.org/drawingml/2006/main" noGrp="1"/>
          </p:cNvSpPr>
          <p:nvPr>
            <p:ph type="body" idx="2"/>
          </p:nvPr>
        </p:nvSpPr>
        <p:spPr>
          <a:xfrm xmlns:a="http://schemas.openxmlformats.org/drawingml/2006/main">
            <a:off x="6195484" y="2230438"/>
            <a:ext cx="5992283"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36550" algn="l">
              <a:spcBef>
                <a:spcPts val="400"/>
              </a:spcBef>
              <a:spcAft>
                <a:spcPts val="0"/>
              </a:spcAft>
              <a:buClr>
                <a:schemeClr val="dk1"/>
              </a:buClr>
              <a:buSzPts val="17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5" name="Google Shape;45;p6">
            <a:extLst xmlns:a="http://schemas.openxmlformats.org/drawingml/2006/main">
              <a:ext uri="{FF2B5EF4-FFF2-40B4-BE49-F238E27FC236}">
                <a16:creationId xmlns:a16="http://schemas.microsoft.com/office/drawing/2014/main" id="{DDB6BFDC-1475-4D3C-BDB8-2E7ECB79E801}"/>
              </a:ext>
            </a:extLst>
          </p:cNvPr>
          <p:cNvSpPr>
            <a:spLocks xmlns:a="http://schemas.openxmlformats.org/drawingml/2006/main" noGrp="1"/>
          </p:cNvSpPr>
          <p:nvPr>
            <p:ph type="title" idx="0"/>
          </p:nvPr>
        </p:nvSpPr>
        <p:spPr>
          <a:xfrm xmlns:a="http://schemas.openxmlformats.org/drawingml/2006/main">
            <a:off x="0" y="1282700"/>
            <a:ext cx="12192000" cy="6389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99C94B61-B05B-4CF9-B970-75E65F0BCEAB}"/>
              </a:ext>
            </a:extLst>
          </p:cNvPr>
          <p:cNvSpPr>
            <a:spLocks xmlns:a="http://schemas.openxmlformats.org/drawingml/2006/main" noGrp="1"/>
          </p:cNvSpPr>
          <p:nvPr>
            <p:ph type="body" idx="1"/>
          </p:nvPr>
        </p:nvSpPr>
        <p:spPr>
          <a:xfrm xmlns:a="http://schemas.openxmlformats.org/drawingml/2006/main">
            <a:off x="623392" y="2132856"/>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53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7" name="Google Shape;47;p6">
            <a:extLst xmlns:a="http://schemas.openxmlformats.org/drawingml/2006/main">
              <a:ext uri="{FF2B5EF4-FFF2-40B4-BE49-F238E27FC236}">
                <a16:creationId xmlns:a16="http://schemas.microsoft.com/office/drawing/2014/main" id="{39C813D7-158A-4E29-9E66-CA7370AE04A5}"/>
              </a:ext>
            </a:extLst>
          </p:cNvPr>
          <p:cNvSpPr>
            <a:spLocks xmlns:a="http://schemas.openxmlformats.org/drawingml/2006/main" noGrp="1"/>
          </p:cNvSpPr>
          <p:nvPr>
            <p:ph type="body" idx="2"/>
          </p:nvPr>
        </p:nvSpPr>
        <p:spPr>
          <a:xfrm xmlns:a="http://schemas.openxmlformats.org/drawingml/2006/main">
            <a:off x="609600" y="2780929"/>
            <a:ext cx="5386917"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25755" algn="l">
              <a:spcBef>
                <a:spcPts val="360"/>
              </a:spcBef>
              <a:spcAft>
                <a:spcPts val="0"/>
              </a:spcAft>
              <a:buClr>
                <a:schemeClr val="dk1"/>
              </a:buClr>
              <a:buSzPts val="153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8" name="Google Shape;48;p6">
            <a:extLst xmlns:a="http://schemas.openxmlformats.org/drawingml/2006/main">
              <a:ext uri="{FF2B5EF4-FFF2-40B4-BE49-F238E27FC236}">
                <a16:creationId xmlns:a16="http://schemas.microsoft.com/office/drawing/2014/main" id="{CF2632B7-EE06-42CE-B443-316C1555B95D}"/>
              </a:ext>
            </a:extLst>
          </p:cNvPr>
          <p:cNvSpPr>
            <a:spLocks xmlns:a="http://schemas.openxmlformats.org/drawingml/2006/main" noGrp="1"/>
          </p:cNvSpPr>
          <p:nvPr>
            <p:ph type="body" idx="3"/>
          </p:nvPr>
        </p:nvSpPr>
        <p:spPr>
          <a:xfrm xmlns:a="http://schemas.openxmlformats.org/drawingml/2006/main">
            <a:off x="6193368" y="2132857"/>
            <a:ext cx="5389033" cy="6480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53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9" name="Google Shape;49;p6">
            <a:extLst xmlns:a="http://schemas.openxmlformats.org/drawingml/2006/main">
              <a:ext uri="{FF2B5EF4-FFF2-40B4-BE49-F238E27FC236}">
                <a16:creationId xmlns:a16="http://schemas.microsoft.com/office/drawing/2014/main" id="{E6DAA280-D437-4942-BE97-8DA2B5B0CAF3}"/>
              </a:ext>
            </a:extLst>
          </p:cNvPr>
          <p:cNvSpPr>
            <a:spLocks xmlns:a="http://schemas.openxmlformats.org/drawingml/2006/main" noGrp="1"/>
          </p:cNvSpPr>
          <p:nvPr>
            <p:ph type="body" idx="4"/>
          </p:nvPr>
        </p:nvSpPr>
        <p:spPr>
          <a:xfrm xmlns:a="http://schemas.openxmlformats.org/drawingml/2006/main">
            <a:off x="6193368" y="2780929"/>
            <a:ext cx="5389033"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25755" algn="l">
              <a:spcBef>
                <a:spcPts val="360"/>
              </a:spcBef>
              <a:spcAft>
                <a:spcPts val="0"/>
              </a:spcAft>
              <a:buClr>
                <a:schemeClr val="dk1"/>
              </a:buClr>
              <a:buSzPts val="153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1" name="Google Shape;51;p7">
            <a:extLst xmlns:a="http://schemas.openxmlformats.org/drawingml/2006/main">
              <a:ext uri="{FF2B5EF4-FFF2-40B4-BE49-F238E27FC236}">
                <a16:creationId xmlns:a16="http://schemas.microsoft.com/office/drawing/2014/main" id="{BE0215E1-7CEB-46C1-9581-D8A60BFC87FF}"/>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4" name="Google Shape;54;p9">
            <a:extLst xmlns:a="http://schemas.openxmlformats.org/drawingml/2006/main">
              <a:ext uri="{FF2B5EF4-FFF2-40B4-BE49-F238E27FC236}">
                <a16:creationId xmlns:a16="http://schemas.microsoft.com/office/drawing/2014/main" id="{A91AD533-A1D0-43F2-B01C-FB78D8C38D90}"/>
              </a:ext>
            </a:extLst>
          </p:cNvPr>
          <p:cNvSpPr>
            <a:spLocks xmlns:a="http://schemas.openxmlformats.org/drawingml/2006/main" noGrp="1"/>
          </p:cNvSpPr>
          <p:nvPr>
            <p:ph type="title" idx="0"/>
          </p:nvPr>
        </p:nvSpPr>
        <p:spPr>
          <a:xfrm xmlns:a="http://schemas.openxmlformats.org/drawingml/2006/main">
            <a:off x="335361" y="1340768"/>
            <a:ext cx="4285324" cy="864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5" name="Google Shape;55;p9">
            <a:extLst xmlns:a="http://schemas.openxmlformats.org/drawingml/2006/main">
              <a:ext uri="{FF2B5EF4-FFF2-40B4-BE49-F238E27FC236}">
                <a16:creationId xmlns:a16="http://schemas.microsoft.com/office/drawing/2014/main" id="{5E9219BA-8E79-4053-B4D8-6DA08149B4B4}"/>
              </a:ext>
            </a:extLst>
          </p:cNvPr>
          <p:cNvSpPr>
            <a:spLocks xmlns:a="http://schemas.openxmlformats.org/drawingml/2006/main" noGrp="1"/>
          </p:cNvSpPr>
          <p:nvPr>
            <p:ph type="body" idx="1"/>
          </p:nvPr>
        </p:nvSpPr>
        <p:spPr>
          <a:xfrm xmlns:a="http://schemas.openxmlformats.org/drawingml/2006/main">
            <a:off x="4766733" y="1340768"/>
            <a:ext cx="6815667" cy="5184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317500" algn="l">
              <a:spcBef>
                <a:spcPts val="560"/>
              </a:spcBef>
              <a:spcAft>
                <a:spcPts val="0"/>
              </a:spcAft>
              <a:buClr>
                <a:schemeClr val="dk1"/>
              </a:buClr>
              <a:buSzPts val="1400"/>
              <a:buChar char="▪"/>
              <a:defRPr sz="2800"/>
            </a:lvl2pPr>
            <a:lvl3pPr marL="1371600" indent="-358140" algn="l">
              <a:spcBef>
                <a:spcPts val="480"/>
              </a:spcBef>
              <a:spcAft>
                <a:spcPts val="0"/>
              </a:spcAft>
              <a:buClr>
                <a:schemeClr val="dk1"/>
              </a:buClr>
              <a:buSzPts val="204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F7495104-2654-4EA8-AAE6-EEA27025CB17}"/>
              </a:ext>
            </a:extLst>
          </p:cNvPr>
          <p:cNvSpPr>
            <a:spLocks xmlns:a="http://schemas.openxmlformats.org/drawingml/2006/main" noGrp="1"/>
          </p:cNvSpPr>
          <p:nvPr>
            <p:ph type="body" idx="2"/>
          </p:nvPr>
        </p:nvSpPr>
        <p:spPr>
          <a:xfrm xmlns:a="http://schemas.openxmlformats.org/drawingml/2006/main">
            <a:off x="335361" y="2204864"/>
            <a:ext cx="4285324" cy="4320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85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58" name="Google Shape;58;p10">
            <a:extLst xmlns:a="http://schemas.openxmlformats.org/drawingml/2006/main">
              <a:ext uri="{FF2B5EF4-FFF2-40B4-BE49-F238E27FC236}">
                <a16:creationId xmlns:a16="http://schemas.microsoft.com/office/drawing/2014/main" id="{FE69539C-59FD-4FF5-91A0-506E289E8E5A}"/>
              </a:ext>
            </a:extLst>
          </p:cNvPr>
          <p:cNvSpPr>
            <a:spLocks xmlns:a="http://schemas.openxmlformats.org/drawingml/2006/main" noGrp="1"/>
          </p:cNvSpPr>
          <p:nvPr>
            <p:ph type="title" idx="0"/>
          </p:nvPr>
        </p:nvSpPr>
        <p:spPr>
          <a:xfrm xmlns:a="http://schemas.openxmlformats.org/drawingml/2006/main">
            <a:off x="2389717" y="5085184"/>
            <a:ext cx="7315200" cy="6480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0">
            <a:extLst xmlns:a="http://schemas.openxmlformats.org/drawingml/2006/main">
              <a:ext uri="{FF2B5EF4-FFF2-40B4-BE49-F238E27FC236}">
                <a16:creationId xmlns:a16="http://schemas.microsoft.com/office/drawing/2014/main" id="{4525ABA4-B217-4EC4-B25E-0689FA68DA5E}"/>
              </a:ext>
            </a:extLst>
          </p:cNvPr>
          <p:cNvSpPr>
            <a:spLocks xmlns:a="http://schemas.openxmlformats.org/drawingml/2006/main" noGrp="1"/>
          </p:cNvSpPr>
          <p:nvPr>
            <p:ph type="pic" idx="2"/>
          </p:nvPr>
        </p:nvSpPr>
        <p:spPr>
          <a:xfrm xmlns:a="http://schemas.openxmlformats.org/drawingml/2006/main">
            <a:off x="2389717" y="1484784"/>
            <a:ext cx="7315200" cy="3600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R="0" algn="l">
              <a:spcBef>
                <a:spcPts val="640"/>
              </a:spcBef>
              <a:spcAft>
                <a:spcPts val="0"/>
              </a:spcAft>
              <a:buClr>
                <a:schemeClr val="dk1"/>
              </a:buClr>
              <a:buSzPts val="3200"/>
              <a:buFont typeface="Verdana"/>
              <a:buNone/>
              <a:defRPr sz="3200" b="0" i="0" u="none" cap="none">
                <a:solidFill>
                  <a:schemeClr val="dk1"/>
                </a:solidFill>
                <a:latin typeface="Verdana"/>
                <a:ea typeface="Verdana"/>
                <a:cs typeface="Verdana"/>
              </a:defRPr>
            </a:lvl1pPr>
            <a:lvl2pPr marR="0" algn="l">
              <a:spcBef>
                <a:spcPts val="560"/>
              </a:spcBef>
              <a:spcAft>
                <a:spcPts val="0"/>
              </a:spcAft>
              <a:buClr>
                <a:schemeClr val="dk1"/>
              </a:buClr>
              <a:buSzPts val="1400"/>
              <a:buFont typeface="Noto Sans Symbols"/>
              <a:buNone/>
              <a:defRPr sz="2800" b="0" i="0" u="none" cap="none">
                <a:solidFill>
                  <a:schemeClr val="dk1"/>
                </a:solidFill>
                <a:latin typeface="Verdana"/>
                <a:ea typeface="Verdana"/>
                <a:cs typeface="Verdana"/>
              </a:defRPr>
            </a:lvl2pPr>
            <a:lvl3pPr marR="0" algn="l">
              <a:spcBef>
                <a:spcPts val="480"/>
              </a:spcBef>
              <a:spcAft>
                <a:spcPts val="0"/>
              </a:spcAft>
              <a:buClr>
                <a:schemeClr val="dk1"/>
              </a:buClr>
              <a:buSzPts val="2040"/>
              <a:buFont typeface="Courier New"/>
              <a:buNone/>
              <a:defRPr sz="2400" b="0" i="0" u="none" cap="none">
                <a:solidFill>
                  <a:schemeClr val="dk1"/>
                </a:solidFill>
                <a:latin typeface="Verdana"/>
                <a:ea typeface="Verdana"/>
                <a:cs typeface="Verdana"/>
              </a:defRPr>
            </a:lvl3pPr>
            <a:lvl4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4pPr>
            <a:lvl5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5pPr>
            <a:lvl6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6pPr>
            <a:lvl7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7pPr>
            <a:lvl8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8pPr>
            <a:lvl9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9pPr>
          </a:lstStyle>
          <a:p xmlns:a="http://schemas.openxmlformats.org/drawingml/2006/main"/>
        </p:txBody>
      </p:sp>
      <p:sp>
        <p:nvSpPr>
          <p:cNvPr id="60" name="Google Shape;60;p10">
            <a:extLst xmlns:a="http://schemas.openxmlformats.org/drawingml/2006/main">
              <a:ext uri="{FF2B5EF4-FFF2-40B4-BE49-F238E27FC236}">
                <a16:creationId xmlns:a16="http://schemas.microsoft.com/office/drawing/2014/main" id="{4AE883DC-1A6E-43DC-931B-E6DF1BFAE645}"/>
              </a:ext>
            </a:extLst>
          </p:cNvPr>
          <p:cNvSpPr>
            <a:spLocks xmlns:a="http://schemas.openxmlformats.org/drawingml/2006/main" noGrp="1"/>
          </p:cNvSpPr>
          <p:nvPr>
            <p:ph type="body" idx="1"/>
          </p:nvPr>
        </p:nvSpPr>
        <p:spPr>
          <a:xfrm xmlns:a="http://schemas.openxmlformats.org/drawingml/2006/main">
            <a:off x="2389717" y="5733256"/>
            <a:ext cx="7315200" cy="792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85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2" name="Google Shape;62;p11">
            <a:extLst xmlns:a="http://schemas.openxmlformats.org/drawingml/2006/main">
              <a:ext uri="{FF2B5EF4-FFF2-40B4-BE49-F238E27FC236}">
                <a16:creationId xmlns:a16="http://schemas.microsoft.com/office/drawing/2014/main" id="{3D2A6397-0D82-4D48-B286-E56C33B374E1}"/>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3" name="Google Shape;63;p11">
            <a:extLst xmlns:a="http://schemas.openxmlformats.org/drawingml/2006/main">
              <a:ext uri="{FF2B5EF4-FFF2-40B4-BE49-F238E27FC236}">
                <a16:creationId xmlns:a16="http://schemas.microsoft.com/office/drawing/2014/main" id="{C1EBFA41-5F7E-4F6F-8202-9BEC28C2A727}"/>
              </a:ext>
            </a:extLst>
          </p:cNvPr>
          <p:cNvSpPr>
            <a:spLocks xmlns:a="http://schemas.openxmlformats.org/drawingml/2006/main" noGrp="1"/>
          </p:cNvSpPr>
          <p:nvPr>
            <p:ph type="body" idx="1"/>
          </p:nvPr>
        </p:nvSpPr>
        <p:spPr>
          <a:xfrm xmlns:a="http://schemas.openxmlformats.org/drawingml/2006/main" rot="5400000">
            <a:off x="3868923" y="-1714845"/>
            <a:ext cx="4449922" cy="12187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25755" algn="l">
              <a:spcBef>
                <a:spcPts val="360"/>
              </a:spcBef>
              <a:spcAft>
                <a:spcPts val="0"/>
              </a:spcAft>
              <a:buClr>
                <a:schemeClr val="dk1"/>
              </a:buClr>
              <a:buSzPts val="153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65" name="Google Shape;65;p12">
            <a:extLst xmlns:a="http://schemas.openxmlformats.org/drawingml/2006/main">
              <a:ext uri="{FF2B5EF4-FFF2-40B4-BE49-F238E27FC236}">
                <a16:creationId xmlns:a16="http://schemas.microsoft.com/office/drawing/2014/main" id="{DFBF3A40-0207-49F2-9429-612D7D252968}"/>
              </a:ext>
            </a:extLst>
          </p:cNvPr>
          <p:cNvSpPr>
            <a:spLocks xmlns:a="http://schemas.openxmlformats.org/drawingml/2006/main" noGrp="1"/>
          </p:cNvSpPr>
          <p:nvPr>
            <p:ph type="title" idx="0"/>
          </p:nvPr>
        </p:nvSpPr>
        <p:spPr>
          <a:xfrm xmlns:a="http://schemas.openxmlformats.org/drawingml/2006/main" rot="5400000">
            <a:off x="8061326" y="2421996"/>
            <a:ext cx="5207000" cy="30458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2">
            <a:extLst xmlns:a="http://schemas.openxmlformats.org/drawingml/2006/main">
              <a:ext uri="{FF2B5EF4-FFF2-40B4-BE49-F238E27FC236}">
                <a16:creationId xmlns:a16="http://schemas.microsoft.com/office/drawing/2014/main" id="{4AAE50AE-5BBB-4CE1-9C91-1BC0A0B6B421}"/>
              </a:ext>
            </a:extLst>
          </p:cNvPr>
          <p:cNvSpPr>
            <a:spLocks xmlns:a="http://schemas.openxmlformats.org/drawingml/2006/main" noGrp="1"/>
          </p:cNvSpPr>
          <p:nvPr>
            <p:ph type="body" idx="1"/>
          </p:nvPr>
        </p:nvSpPr>
        <p:spPr>
          <a:xfrm xmlns:a="http://schemas.openxmlformats.org/drawingml/2006/main" rot="5400000">
            <a:off x="1865843" y="-524404"/>
            <a:ext cx="5207000" cy="89386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25755" algn="l">
              <a:spcBef>
                <a:spcPts val="360"/>
              </a:spcBef>
              <a:spcAft>
                <a:spcPts val="0"/>
              </a:spcAft>
              <a:buClr>
                <a:schemeClr val="dk1"/>
              </a:buClr>
              <a:buSzPts val="153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12.xml><?xml version="1.0" encoding="utf-8"?>
<p:sldLayout xmlns:p="http://schemas.openxmlformats.org/presentationml/2006/main" matchingName="Title and Text">
  <p:cSld name="TITLE_AND_BODY">
    <p:spTree>
      <p:nvGrpSpPr>
        <p:cNvPr id="1" name=""/>
        <p:cNvGrpSpPr/>
        <p:nvPr/>
      </p:nvGrpSpPr>
      <p:grpSpPr>
        <a:xfrm xmlns:a="http://schemas.openxmlformats.org/drawingml/2006/main"/>
      </p:grpSpPr>
      <p:sp>
        <p:nvSpPr>
          <p:cNvPr id="68" name="Google Shape;68;p13">
            <a:extLst xmlns:a="http://schemas.openxmlformats.org/drawingml/2006/main">
              <a:ext uri="{FF2B5EF4-FFF2-40B4-BE49-F238E27FC236}">
                <a16:creationId xmlns:a16="http://schemas.microsoft.com/office/drawing/2014/main" id="{3874EC7C-95EF-4E9F-8EFF-E5899B22B801}"/>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9" name="Google Shape;69;p13">
            <a:extLst xmlns:a="http://schemas.openxmlformats.org/drawingml/2006/main">
              <a:ext uri="{FF2B5EF4-FFF2-40B4-BE49-F238E27FC236}">
                <a16:creationId xmlns:a16="http://schemas.microsoft.com/office/drawing/2014/main" id="{0833C7E0-9F9B-40E7-80BC-46354F79CF6A}"/>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25755" algn="l">
              <a:spcBef>
                <a:spcPts val="360"/>
              </a:spcBef>
              <a:spcAft>
                <a:spcPts val="0"/>
              </a:spcAft>
              <a:buClr>
                <a:schemeClr val="dk1"/>
              </a:buClr>
              <a:buSzPts val="153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13.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83" name="Google Shape;83;p15">
            <a:extLst xmlns:a="http://schemas.openxmlformats.org/drawingml/2006/main">
              <a:ext uri="{FF2B5EF4-FFF2-40B4-BE49-F238E27FC236}">
                <a16:creationId xmlns:a16="http://schemas.microsoft.com/office/drawing/2014/main" id="{71B6E94E-BD11-4210-8DC4-2708AD802D38}"/>
              </a:ext>
            </a:extLst>
          </p:cNvPr>
          <p:cNvSpPr>
            <a:spLocks xmlns:a="http://schemas.openxmlformats.org/drawingml/2006/main" noGrp="1"/>
          </p:cNvSpPr>
          <p:nvPr/>
        </p:nvSpPr>
        <p:spPr>
          <a:xfrm xmlns:a="http://schemas.openxmlformats.org/drawingml/2006/main">
            <a:off x="0" y="0"/>
            <a:ext cx="12192000" cy="101758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p>
        </p:txBody>
      </p:sp>
      <p:sp>
        <p:nvSpPr>
          <p:cNvPr id="84" name="Google Shape;84;p15">
            <a:extLst xmlns:a="http://schemas.openxmlformats.org/drawingml/2006/main">
              <a:ext uri="{FF2B5EF4-FFF2-40B4-BE49-F238E27FC236}">
                <a16:creationId xmlns:a16="http://schemas.microsoft.com/office/drawing/2014/main" id="{2B71F384-932A-444F-B4E7-51AA22F4BB37}"/>
              </a:ext>
            </a:extLst>
          </p:cNvPr>
          <p:cNvSpPr>
            <a:spLocks xmlns:a="http://schemas.openxmlformats.org/drawingml/2006/main" noGrp="1"/>
          </p:cNvSpPr>
          <p:nvPr>
            <p:ph type="ctrTitle" idx="0"/>
          </p:nvPr>
        </p:nvSpPr>
        <p:spPr>
          <a:xfrm xmlns:a="http://schemas.openxmlformats.org/drawingml/2006/main">
            <a:off x="-1" y="1278000"/>
            <a:ext cx="12192000" cy="2476500"/>
          </a:xfrm>
          <a:prstGeom xmlns:a="http://schemas.openxmlformats.org/drawingml/2006/main" prst="rect">
            <a:avLst/>
          </a:prstGeom>
          <a:solidFill xmlns:a="http://schemas.openxmlformats.org/drawingml/2006/main">
            <a:srgbClr val="505050"/>
          </a:solidFill>
          <a:ln xmlns:a="http://schemas.openxmlformats.org/drawingml/2006/main">
            <a:noFill/>
          </a:ln>
        </p:spPr>
        <p:txBody>
          <a:bodyPr xmlns:a="http://schemas.openxmlformats.org/drawingml/2006/main" spcFirstLastPara="1" wrap="square" lIns="982075" tIns="216000" rIns="267825" bIns="45700" anchor="t">
            <a:noAutofit/>
          </a:bodyPr>
          <a:lstStyle xmlns:a="http://schemas.openxmlformats.org/drawingml/2006/main">
            <a:lvl1pPr algn="l">
              <a:spcBef>
                <a:spcPts val="0"/>
              </a:spcBef>
              <a:spcAft>
                <a:spcPts val="0"/>
              </a:spcAft>
              <a:buSzPts val="1400"/>
              <a:buNone/>
              <a:defRPr sz="4000">
                <a:solidFill>
                  <a:srgbClr val="FFFFFF"/>
                </a:solidFill>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5" name="Google Shape;85;p15">
            <a:extLst xmlns:a="http://schemas.openxmlformats.org/drawingml/2006/main">
              <a:ext uri="{FF2B5EF4-FFF2-40B4-BE49-F238E27FC236}">
                <a16:creationId xmlns:a16="http://schemas.microsoft.com/office/drawing/2014/main" id="{B2ACA8EF-56B2-45DE-896B-716150124BE4}"/>
              </a:ext>
            </a:extLst>
          </p:cNvPr>
          <p:cNvSpPr>
            <a:spLocks xmlns:a="http://schemas.openxmlformats.org/drawingml/2006/main" noGrp="1"/>
          </p:cNvSpPr>
          <p:nvPr/>
        </p:nvSpPr>
        <p:spPr>
          <a:xfrm xmlns:a="http://schemas.openxmlformats.org/drawingml/2006/main">
            <a:off x="0" y="0"/>
            <a:ext cx="16933"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86" name="Google Shape;86;p15">
            <a:extLst xmlns:a="http://schemas.openxmlformats.org/drawingml/2006/main">
              <a:ext uri="{FF2B5EF4-FFF2-40B4-BE49-F238E27FC236}">
                <a16:creationId xmlns:a16="http://schemas.microsoft.com/office/drawing/2014/main" id="{31C3D38C-001D-434A-A189-84EFD47687FA}"/>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87" name="Google Shape;87;p15">
            <a:extLst xmlns:a="http://schemas.openxmlformats.org/drawingml/2006/main">
              <a:ext uri="{FF2B5EF4-FFF2-40B4-BE49-F238E27FC236}">
                <a16:creationId xmlns:a16="http://schemas.microsoft.com/office/drawing/2014/main" id="{919C014C-5FFB-433B-B40F-D2638263E6FD}"/>
              </a:ext>
            </a:extLst>
          </p:cNvPr>
          <p:cNvSpPr>
            <a:spLocks xmlns:a="http://schemas.openxmlformats.org/drawingml/2006/main" noGrp="1"/>
          </p:cNvSpPr>
          <p:nvPr>
            <p:ph type="subTitle" idx="1"/>
          </p:nvPr>
        </p:nvSpPr>
        <p:spPr>
          <a:xfrm xmlns:a="http://schemas.openxmlformats.org/drawingml/2006/main">
            <a:off x="1" y="4035425"/>
            <a:ext cx="12187768" cy="190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algn="l">
              <a:spcBef>
                <a:spcPts val="380"/>
              </a:spcBef>
              <a:spcAft>
                <a:spcPts val="0"/>
              </a:spcAft>
              <a:buClr>
                <a:schemeClr val="dk1"/>
              </a:buClr>
              <a:buSzPts val="1900"/>
              <a:buFont typeface="Verdana"/>
              <a:buNone/>
              <a:defRPr sz="1900"/>
            </a:lvl1pPr>
            <a:lvl2pPr algn="l">
              <a:spcBef>
                <a:spcPts val="360"/>
              </a:spcBef>
              <a:spcAft>
                <a:spcPts val="0"/>
              </a:spcAft>
              <a:buClr>
                <a:schemeClr val="dk1"/>
              </a:buClr>
              <a:buSzPts val="900"/>
              <a:buChar char="▪"/>
              <a:defRPr/>
            </a:lvl2pPr>
            <a:lvl3pPr algn="l">
              <a:spcBef>
                <a:spcPts val="360"/>
              </a:spcBef>
              <a:spcAft>
                <a:spcPts val="0"/>
              </a:spcAft>
              <a:buClr>
                <a:schemeClr val="dk1"/>
              </a:buClr>
              <a:buSzPts val="1800"/>
              <a:buChar char="-"/>
              <a:defRPr/>
            </a:lvl3pPr>
            <a:lvl4pPr algn="l">
              <a:spcBef>
                <a:spcPts val="360"/>
              </a:spcBef>
              <a:spcAft>
                <a:spcPts val="0"/>
              </a:spcAft>
              <a:buClr>
                <a:schemeClr val="dk1"/>
              </a:buClr>
              <a:buSzPts val="1800"/>
              <a:buChar char="-"/>
              <a:defRPr/>
            </a:lvl4pPr>
            <a:lvl5pPr algn="l">
              <a:spcBef>
                <a:spcPts val="360"/>
              </a:spcBef>
              <a:spcAft>
                <a:spcPts val="0"/>
              </a:spcAft>
              <a:buClr>
                <a:schemeClr val="dk1"/>
              </a:buClr>
              <a:buSzPts val="1800"/>
              <a:buChar char="-"/>
              <a:defRPr/>
            </a:lvl5pPr>
            <a:lvl6pPr algn="l">
              <a:spcBef>
                <a:spcPts val="360"/>
              </a:spcBef>
              <a:spcAft>
                <a:spcPts val="0"/>
              </a:spcAft>
              <a:buClr>
                <a:schemeClr val="dk1"/>
              </a:buClr>
              <a:buSzPts val="1800"/>
              <a:buChar char="-"/>
              <a:defRPr/>
            </a:lvl6pPr>
            <a:lvl7pPr algn="l">
              <a:spcBef>
                <a:spcPts val="360"/>
              </a:spcBef>
              <a:spcAft>
                <a:spcPts val="0"/>
              </a:spcAft>
              <a:buClr>
                <a:schemeClr val="dk1"/>
              </a:buClr>
              <a:buSzPts val="1800"/>
              <a:buChar char="-"/>
              <a:defRPr/>
            </a:lvl7pPr>
            <a:lvl8pPr algn="l">
              <a:spcBef>
                <a:spcPts val="360"/>
              </a:spcBef>
              <a:spcAft>
                <a:spcPts val="0"/>
              </a:spcAft>
              <a:buClr>
                <a:schemeClr val="dk1"/>
              </a:buClr>
              <a:buSzPts val="1800"/>
              <a:buChar char="-"/>
              <a:defRPr/>
            </a:lvl8pPr>
            <a:lvl9pPr algn="l">
              <a:spcBef>
                <a:spcPts val="360"/>
              </a:spcBef>
              <a:spcAft>
                <a:spcPts val="0"/>
              </a:spcAft>
              <a:buClr>
                <a:schemeClr val="dk1"/>
              </a:buClr>
              <a:buSzPts val="1800"/>
              <a:buChar char="-"/>
              <a:defRPr/>
            </a:lvl9pPr>
          </a:lstStyle>
          <a:p xmlns:a="http://schemas.openxmlformats.org/drawingml/2006/main"/>
        </p:txBody>
      </p:sp>
      <p:sp>
        <p:nvSpPr>
          <p:cNvPr id="88" name="Google Shape;88;p15">
            <a:extLst xmlns:a="http://schemas.openxmlformats.org/drawingml/2006/main">
              <a:ext uri="{FF2B5EF4-FFF2-40B4-BE49-F238E27FC236}">
                <a16:creationId xmlns:a16="http://schemas.microsoft.com/office/drawing/2014/main" id="{F297B7C1-C4AA-4BD2-B64E-ECFBCCC4AC53}"/>
              </a:ext>
            </a:extLst>
          </p:cNvPr>
          <p:cNvSpPr>
            <a:spLocks xmlns:a="http://schemas.openxmlformats.org/drawingml/2006/main" noGrp="1"/>
          </p:cNvSpPr>
          <p:nvPr/>
        </p:nvSpPr>
        <p:spPr>
          <a:xfrm xmlns:a="http://schemas.openxmlformats.org/drawingml/2006/main">
            <a:off x="-1" y="1017588"/>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pic>
        <p:nvPicPr>
          <p:cNvPr id="99" name="Google Shape;89;p15"/>
          <p:cNvPicPr>
            <a:picLocks xmlns:a="http://schemas.openxmlformats.org/drawingml/2006/main" noChangeAspect="1"/>
          </p:cNvPicPr>
          <p:nvPr/>
        </p:nvPicPr>
        <p:blipFill rotWithShape="1">
          <a:blip xmlns:r="http://schemas.openxmlformats.org/officeDocument/2006/relationships" xmlns:a="http://schemas.openxmlformats.org/drawingml/2006/main" r:embed="Rde00534d67604542">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90" name="Google Shape;90;p15">
            <a:extLst xmlns:a="http://schemas.openxmlformats.org/drawingml/2006/main">
              <a:ext uri="{FF2B5EF4-FFF2-40B4-BE49-F238E27FC236}">
                <a16:creationId xmlns:a16="http://schemas.microsoft.com/office/drawing/2014/main" id="{72C0630D-5712-4625-BD8F-8FE09BF1C59B}"/>
              </a:ext>
            </a:extLst>
          </p:cNvPr>
          <p:cNvSpPr>
            <a:spLocks xmlns:a="http://schemas.openxmlformats.org/drawingml/2006/main" noGrp="1"/>
          </p:cNvSpPr>
          <p:nvPr/>
        </p:nvSpPr>
        <p:spPr>
          <a:xfrm xmlns:a="http://schemas.openxmlformats.org/drawingml/2006/main">
            <a:off x="3687764" y="338138"/>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91" name="Google Shape;91;p15">
            <a:extLst xmlns:a="http://schemas.openxmlformats.org/drawingml/2006/main">
              <a:ext uri="{FF2B5EF4-FFF2-40B4-BE49-F238E27FC236}">
                <a16:creationId xmlns:a16="http://schemas.microsoft.com/office/drawing/2014/main" id="{21A0E90E-B974-4C9F-8654-BD72E5F4AA15}"/>
              </a:ext>
            </a:extLst>
          </p:cNvPr>
          <p:cNvSpPr>
            <a:spLocks xmlns:a="http://schemas.openxmlformats.org/drawingml/2006/main" noGrp="1"/>
          </p:cNvSpPr>
          <p:nvPr/>
        </p:nvSpPr>
        <p:spPr>
          <a:xfrm xmlns:a="http://schemas.openxmlformats.org/drawingml/2006/main">
            <a:off x="5811838" y="341314"/>
            <a:ext cx="2400300" cy="415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Tree>
  </p:cSld>
</p:sldLayout>
</file>

<file path=ppt/slideLayouts/slideLayout14.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93" name="Google Shape;93;p16">
            <a:extLst xmlns:a="http://schemas.openxmlformats.org/drawingml/2006/main">
              <a:ext uri="{FF2B5EF4-FFF2-40B4-BE49-F238E27FC236}">
                <a16:creationId xmlns:a16="http://schemas.microsoft.com/office/drawing/2014/main" id="{2FB5E9C5-5E70-4506-9A88-CF20527EE61D}"/>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94" name="Google Shape;94;p16">
            <a:extLst xmlns:a="http://schemas.openxmlformats.org/drawingml/2006/main">
              <a:ext uri="{FF2B5EF4-FFF2-40B4-BE49-F238E27FC236}">
                <a16:creationId xmlns:a16="http://schemas.microsoft.com/office/drawing/2014/main" id="{E2851239-492D-4D89-ABDC-A0E7656DAD08}"/>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1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96" name="Google Shape;96;p17">
            <a:extLst xmlns:a="http://schemas.openxmlformats.org/drawingml/2006/main">
              <a:ext uri="{FF2B5EF4-FFF2-40B4-BE49-F238E27FC236}">
                <a16:creationId xmlns:a16="http://schemas.microsoft.com/office/drawing/2014/main" id="{1CF48765-64F6-4E4C-B8B8-33B1B8AAA2F8}"/>
              </a:ext>
            </a:extLst>
          </p:cNvPr>
          <p:cNvSpPr>
            <a:spLocks xmlns:a="http://schemas.openxmlformats.org/drawingml/2006/main" noGrp="1"/>
          </p:cNvSpPr>
          <p:nvPr>
            <p:ph type="title" idx="0"/>
          </p:nvPr>
        </p:nvSpPr>
        <p:spPr>
          <a:xfrm xmlns:a="http://schemas.openxmlformats.org/drawingml/2006/main">
            <a:off x="963084" y="4406901"/>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t">
            <a:noAutofit/>
          </a:bodyPr>
          <a:lstStyle xmlns:a="http://schemas.openxmlformats.org/drawingml/2006/main">
            <a:lvl1pPr algn="l">
              <a:spcBef>
                <a:spcPts val="0"/>
              </a:spcBef>
              <a:spcAft>
                <a:spcPts val="0"/>
              </a:spcAft>
              <a:buSzPts val="1400"/>
              <a:buNone/>
              <a:defRPr sz="4000" b="1" cap="none"/>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97" name="Google Shape;97;p17">
            <a:extLst xmlns:a="http://schemas.openxmlformats.org/drawingml/2006/main">
              <a:ext uri="{FF2B5EF4-FFF2-40B4-BE49-F238E27FC236}">
                <a16:creationId xmlns:a16="http://schemas.microsoft.com/office/drawing/2014/main" id="{5E823E62-D279-411C-A2BD-9B444AEF3E4F}"/>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00"/>
              </a:spcBef>
              <a:spcAft>
                <a:spcPts val="0"/>
              </a:spcAft>
              <a:buClr>
                <a:schemeClr val="dk1"/>
              </a:buClr>
              <a:buSzPts val="2000"/>
              <a:buNone/>
              <a:defRPr sz="2000"/>
            </a:lvl1pPr>
            <a:lvl2pPr marL="914400" indent="-228600" algn="l">
              <a:spcBef>
                <a:spcPts val="360"/>
              </a:spcBef>
              <a:spcAft>
                <a:spcPts val="0"/>
              </a:spcAft>
              <a:buClr>
                <a:schemeClr val="dk1"/>
              </a:buClr>
              <a:buSzPts val="900"/>
              <a:buNone/>
              <a:defRPr sz="1800"/>
            </a:lvl2pPr>
            <a:lvl3pPr marL="1371600" indent="-228600" algn="l">
              <a:spcBef>
                <a:spcPts val="320"/>
              </a:spcBef>
              <a:spcAft>
                <a:spcPts val="0"/>
              </a:spcAft>
              <a:buClr>
                <a:schemeClr val="dk1"/>
              </a:buClr>
              <a:buSzPts val="1600"/>
              <a:buNone/>
              <a:defRPr sz="1600"/>
            </a:lvl3pPr>
            <a:lvl4pPr marL="1828800" indent="-228600" algn="l">
              <a:spcBef>
                <a:spcPts val="280"/>
              </a:spcBef>
              <a:spcAft>
                <a:spcPts val="0"/>
              </a:spcAft>
              <a:buClr>
                <a:schemeClr val="dk1"/>
              </a:buClr>
              <a:buSzPts val="1400"/>
              <a:buNone/>
              <a:defRPr sz="1400"/>
            </a:lvl4pPr>
            <a:lvl5pPr marL="2286000" indent="-228600" algn="l">
              <a:spcBef>
                <a:spcPts val="280"/>
              </a:spcBef>
              <a:spcAft>
                <a:spcPts val="0"/>
              </a:spcAft>
              <a:buClr>
                <a:schemeClr val="dk1"/>
              </a:buClr>
              <a:buSzPts val="1400"/>
              <a:buNone/>
              <a:defRPr sz="1400"/>
            </a:lvl5pPr>
            <a:lvl6pPr marL="2743200" indent="-228600" algn="l">
              <a:spcBef>
                <a:spcPts val="280"/>
              </a:spcBef>
              <a:spcAft>
                <a:spcPts val="0"/>
              </a:spcAft>
              <a:buClr>
                <a:schemeClr val="dk1"/>
              </a:buClr>
              <a:buSzPts val="1400"/>
              <a:buNone/>
              <a:defRPr sz="1400"/>
            </a:lvl6pPr>
            <a:lvl7pPr marL="3200400" indent="-228600" algn="l">
              <a:spcBef>
                <a:spcPts val="280"/>
              </a:spcBef>
              <a:spcAft>
                <a:spcPts val="0"/>
              </a:spcAft>
              <a:buClr>
                <a:schemeClr val="dk1"/>
              </a:buClr>
              <a:buSzPts val="1400"/>
              <a:buNone/>
              <a:defRPr sz="1400"/>
            </a:lvl7pPr>
            <a:lvl8pPr marL="3657600" indent="-228600" algn="l">
              <a:spcBef>
                <a:spcPts val="280"/>
              </a:spcBef>
              <a:spcAft>
                <a:spcPts val="0"/>
              </a:spcAft>
              <a:buClr>
                <a:schemeClr val="dk1"/>
              </a:buClr>
              <a:buSzPts val="1400"/>
              <a:buNone/>
              <a:defRPr sz="1400"/>
            </a:lvl8pPr>
            <a:lvl9pPr marL="4114800" indent="-228600" algn="l">
              <a:spcBef>
                <a:spcPts val="280"/>
              </a:spcBef>
              <a:spcAft>
                <a:spcPts val="0"/>
              </a:spcAft>
              <a:buClr>
                <a:schemeClr val="dk1"/>
              </a:buClr>
              <a:buSzPts val="1400"/>
              <a:buNone/>
              <a:defRPr sz="1400"/>
            </a:lvl9pPr>
          </a:lstStyle>
          <a:p xmlns:a="http://schemas.openxmlformats.org/drawingml/2006/main"/>
        </p:txBody>
      </p:sp>
    </p:spTree>
  </p:cSld>
</p:sldLayout>
</file>

<file path=ppt/slideLayouts/slideLayout1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99" name="Google Shape;99;p18">
            <a:extLst xmlns:a="http://schemas.openxmlformats.org/drawingml/2006/main">
              <a:ext uri="{FF2B5EF4-FFF2-40B4-BE49-F238E27FC236}">
                <a16:creationId xmlns:a16="http://schemas.microsoft.com/office/drawing/2014/main" id="{73724109-CB54-42EE-8BA4-9C7357E73465}"/>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00" name="Google Shape;100;p18">
            <a:extLst xmlns:a="http://schemas.openxmlformats.org/drawingml/2006/main">
              <a:ext uri="{FF2B5EF4-FFF2-40B4-BE49-F238E27FC236}">
                <a16:creationId xmlns:a16="http://schemas.microsoft.com/office/drawing/2014/main" id="{A72EB54F-113C-42C5-80A4-C9EE1330E1F2}"/>
              </a:ext>
            </a:extLst>
          </p:cNvPr>
          <p:cNvSpPr>
            <a:spLocks xmlns:a="http://schemas.openxmlformats.org/drawingml/2006/main" noGrp="1"/>
          </p:cNvSpPr>
          <p:nvPr>
            <p:ph type="body" idx="1"/>
          </p:nvPr>
        </p:nvSpPr>
        <p:spPr>
          <a:xfrm xmlns:a="http://schemas.openxmlformats.org/drawingml/2006/main">
            <a:off x="1" y="2230438"/>
            <a:ext cx="5992284"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101" name="Google Shape;101;p18">
            <a:extLst xmlns:a="http://schemas.openxmlformats.org/drawingml/2006/main">
              <a:ext uri="{FF2B5EF4-FFF2-40B4-BE49-F238E27FC236}">
                <a16:creationId xmlns:a16="http://schemas.microsoft.com/office/drawing/2014/main" id="{2DCB1F82-BA17-4846-8DAB-FA2B8B727390}"/>
              </a:ext>
            </a:extLst>
          </p:cNvPr>
          <p:cNvSpPr>
            <a:spLocks xmlns:a="http://schemas.openxmlformats.org/drawingml/2006/main" noGrp="1"/>
          </p:cNvSpPr>
          <p:nvPr>
            <p:ph type="body" idx="2"/>
          </p:nvPr>
        </p:nvSpPr>
        <p:spPr>
          <a:xfrm xmlns:a="http://schemas.openxmlformats.org/drawingml/2006/main">
            <a:off x="6195484" y="2230438"/>
            <a:ext cx="5992283"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Tree>
  </p:cSld>
</p:sldLayout>
</file>

<file path=ppt/slideLayouts/slideLayout17.xml><?xml version="1.0" encoding="utf-8"?>
<p:sldLayout xmlns:p="http://schemas.openxmlformats.org/presentationml/2006/main" matchingName="Comparison">
  <p:cSld name="Comparison">
    <p:spTree>
      <p:nvGrpSpPr>
        <p:cNvPr id="1" name=""/>
        <p:cNvGrpSpPr/>
        <p:nvPr/>
      </p:nvGrpSpPr>
      <p:grpSpPr>
        <a:xfrm xmlns:a="http://schemas.openxmlformats.org/drawingml/2006/main"/>
      </p:grpSpPr>
      <p:sp>
        <p:nvSpPr>
          <p:cNvPr id="103" name="Google Shape;103;p19">
            <a:extLst xmlns:a="http://schemas.openxmlformats.org/drawingml/2006/main">
              <a:ext uri="{FF2B5EF4-FFF2-40B4-BE49-F238E27FC236}">
                <a16:creationId xmlns:a16="http://schemas.microsoft.com/office/drawing/2014/main" id="{875666E2-8462-4DDD-8638-FED5990F42E9}"/>
              </a:ext>
            </a:extLst>
          </p:cNvPr>
          <p:cNvSpPr>
            <a:spLocks xmlns:a="http://schemas.openxmlformats.org/drawingml/2006/main" noGrp="1"/>
          </p:cNvSpPr>
          <p:nvPr>
            <p:ph type="title" idx="0"/>
          </p:nvPr>
        </p:nvSpPr>
        <p:spPr>
          <a:xfrm xmlns:a="http://schemas.openxmlformats.org/drawingml/2006/main">
            <a:off x="0" y="1282700"/>
            <a:ext cx="12192000" cy="6389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04" name="Google Shape;104;p19">
            <a:extLst xmlns:a="http://schemas.openxmlformats.org/drawingml/2006/main">
              <a:ext uri="{FF2B5EF4-FFF2-40B4-BE49-F238E27FC236}">
                <a16:creationId xmlns:a16="http://schemas.microsoft.com/office/drawing/2014/main" id="{F6121B7B-E8BC-4D04-9331-AB20C73E0398}"/>
              </a:ext>
            </a:extLst>
          </p:cNvPr>
          <p:cNvSpPr>
            <a:spLocks xmlns:a="http://schemas.openxmlformats.org/drawingml/2006/main" noGrp="1"/>
          </p:cNvSpPr>
          <p:nvPr>
            <p:ph type="body" idx="1"/>
          </p:nvPr>
        </p:nvSpPr>
        <p:spPr>
          <a:xfrm xmlns:a="http://schemas.openxmlformats.org/drawingml/2006/main">
            <a:off x="623392" y="2132856"/>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105" name="Google Shape;105;p19">
            <a:extLst xmlns:a="http://schemas.openxmlformats.org/drawingml/2006/main">
              <a:ext uri="{FF2B5EF4-FFF2-40B4-BE49-F238E27FC236}">
                <a16:creationId xmlns:a16="http://schemas.microsoft.com/office/drawing/2014/main" id="{18AC1601-648B-45AF-9BB8-0A9DEC529246}"/>
              </a:ext>
            </a:extLst>
          </p:cNvPr>
          <p:cNvSpPr>
            <a:spLocks xmlns:a="http://schemas.openxmlformats.org/drawingml/2006/main" noGrp="1"/>
          </p:cNvSpPr>
          <p:nvPr>
            <p:ph type="body" idx="2"/>
          </p:nvPr>
        </p:nvSpPr>
        <p:spPr>
          <a:xfrm xmlns:a="http://schemas.openxmlformats.org/drawingml/2006/main">
            <a:off x="609600" y="2780929"/>
            <a:ext cx="5386917"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106" name="Google Shape;106;p19">
            <a:extLst xmlns:a="http://schemas.openxmlformats.org/drawingml/2006/main">
              <a:ext uri="{FF2B5EF4-FFF2-40B4-BE49-F238E27FC236}">
                <a16:creationId xmlns:a16="http://schemas.microsoft.com/office/drawing/2014/main" id="{B3F3DE91-6276-4947-9BC5-5AF8B635AA88}"/>
              </a:ext>
            </a:extLst>
          </p:cNvPr>
          <p:cNvSpPr>
            <a:spLocks xmlns:a="http://schemas.openxmlformats.org/drawingml/2006/main" noGrp="1"/>
          </p:cNvSpPr>
          <p:nvPr>
            <p:ph type="body" idx="3"/>
          </p:nvPr>
        </p:nvSpPr>
        <p:spPr>
          <a:xfrm xmlns:a="http://schemas.openxmlformats.org/drawingml/2006/main">
            <a:off x="6193368" y="2132857"/>
            <a:ext cx="5389033" cy="6480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107" name="Google Shape;107;p19">
            <a:extLst xmlns:a="http://schemas.openxmlformats.org/drawingml/2006/main">
              <a:ext uri="{FF2B5EF4-FFF2-40B4-BE49-F238E27FC236}">
                <a16:creationId xmlns:a16="http://schemas.microsoft.com/office/drawing/2014/main" id="{71659E2B-7EB7-47EF-A2D2-C5301286591F}"/>
              </a:ext>
            </a:extLst>
          </p:cNvPr>
          <p:cNvSpPr>
            <a:spLocks xmlns:a="http://schemas.openxmlformats.org/drawingml/2006/main" noGrp="1"/>
          </p:cNvSpPr>
          <p:nvPr>
            <p:ph type="body" idx="4"/>
          </p:nvPr>
        </p:nvSpPr>
        <p:spPr>
          <a:xfrm xmlns:a="http://schemas.openxmlformats.org/drawingml/2006/main">
            <a:off x="6193368" y="2780929"/>
            <a:ext cx="5389033"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Tree>
  </p:cSld>
</p:sldLayout>
</file>

<file path=ppt/slideLayouts/slideLayout1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109" name="Google Shape;109;p20">
            <a:extLst xmlns:a="http://schemas.openxmlformats.org/drawingml/2006/main">
              <a:ext uri="{FF2B5EF4-FFF2-40B4-BE49-F238E27FC236}">
                <a16:creationId xmlns:a16="http://schemas.microsoft.com/office/drawing/2014/main" id="{5DB7A3DC-CECB-465B-91D9-CA94163E8B1B}"/>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Tree>
  </p:cSld>
</p:sldLayout>
</file>

<file path=ppt/slideLayouts/slideLayout19.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0.xml><?xml version="1.0" encoding="utf-8"?>
<p:sldLayout xmlns:p="http://schemas.openxmlformats.org/presentationml/2006/main" matchingName="Content with Caption">
  <p:cSld name="Content with Caption">
    <p:spTree>
      <p:nvGrpSpPr>
        <p:cNvPr id="1" name=""/>
        <p:cNvGrpSpPr/>
        <p:nvPr/>
      </p:nvGrpSpPr>
      <p:grpSpPr>
        <a:xfrm xmlns:a="http://schemas.openxmlformats.org/drawingml/2006/main"/>
      </p:grpSpPr>
      <p:sp>
        <p:nvSpPr>
          <p:cNvPr id="112" name="Google Shape;112;p22">
            <a:extLst xmlns:a="http://schemas.openxmlformats.org/drawingml/2006/main">
              <a:ext uri="{FF2B5EF4-FFF2-40B4-BE49-F238E27FC236}">
                <a16:creationId xmlns:a16="http://schemas.microsoft.com/office/drawing/2014/main" id="{D9441397-9A7C-4E17-A588-646C4F1A9BF5}"/>
              </a:ext>
            </a:extLst>
          </p:cNvPr>
          <p:cNvSpPr>
            <a:spLocks xmlns:a="http://schemas.openxmlformats.org/drawingml/2006/main" noGrp="1"/>
          </p:cNvSpPr>
          <p:nvPr>
            <p:ph type="title" idx="0"/>
          </p:nvPr>
        </p:nvSpPr>
        <p:spPr>
          <a:xfrm xmlns:a="http://schemas.openxmlformats.org/drawingml/2006/main">
            <a:off x="335361" y="1340768"/>
            <a:ext cx="4285324" cy="864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13" name="Google Shape;113;p22">
            <a:extLst xmlns:a="http://schemas.openxmlformats.org/drawingml/2006/main">
              <a:ext uri="{FF2B5EF4-FFF2-40B4-BE49-F238E27FC236}">
                <a16:creationId xmlns:a16="http://schemas.microsoft.com/office/drawing/2014/main" id="{D7DFCDB6-48DF-427B-AF5B-04B5245D67F1}"/>
              </a:ext>
            </a:extLst>
          </p:cNvPr>
          <p:cNvSpPr>
            <a:spLocks xmlns:a="http://schemas.openxmlformats.org/drawingml/2006/main" noGrp="1"/>
          </p:cNvSpPr>
          <p:nvPr>
            <p:ph type="body" idx="1"/>
          </p:nvPr>
        </p:nvSpPr>
        <p:spPr>
          <a:xfrm xmlns:a="http://schemas.openxmlformats.org/drawingml/2006/main">
            <a:off x="4766733" y="1340768"/>
            <a:ext cx="6815667" cy="5184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317500" algn="l">
              <a:spcBef>
                <a:spcPts val="560"/>
              </a:spcBef>
              <a:spcAft>
                <a:spcPts val="0"/>
              </a:spcAft>
              <a:buClr>
                <a:schemeClr val="dk1"/>
              </a:buClr>
              <a:buSzPts val="14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114" name="Google Shape;114;p22">
            <a:extLst xmlns:a="http://schemas.openxmlformats.org/drawingml/2006/main">
              <a:ext uri="{FF2B5EF4-FFF2-40B4-BE49-F238E27FC236}">
                <a16:creationId xmlns:a16="http://schemas.microsoft.com/office/drawing/2014/main" id="{15296276-B307-4708-B381-0FD6A3DF672F}"/>
              </a:ext>
            </a:extLst>
          </p:cNvPr>
          <p:cNvSpPr>
            <a:spLocks xmlns:a="http://schemas.openxmlformats.org/drawingml/2006/main" noGrp="1"/>
          </p:cNvSpPr>
          <p:nvPr>
            <p:ph type="body" idx="2"/>
          </p:nvPr>
        </p:nvSpPr>
        <p:spPr>
          <a:xfrm xmlns:a="http://schemas.openxmlformats.org/drawingml/2006/main">
            <a:off x="335361" y="2204864"/>
            <a:ext cx="4285324" cy="4320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21.xml><?xml version="1.0" encoding="utf-8"?>
<p:sldLayout xmlns:p="http://schemas.openxmlformats.org/presentationml/2006/main" matchingName="Picture with Caption">
  <p:cSld name="Picture with Caption">
    <p:spTree>
      <p:nvGrpSpPr>
        <p:cNvPr id="1" name=""/>
        <p:cNvGrpSpPr/>
        <p:nvPr/>
      </p:nvGrpSpPr>
      <p:grpSpPr>
        <a:xfrm xmlns:a="http://schemas.openxmlformats.org/drawingml/2006/main"/>
      </p:grpSpPr>
      <p:sp>
        <p:nvSpPr>
          <p:cNvPr id="116" name="Google Shape;116;p23">
            <a:extLst xmlns:a="http://schemas.openxmlformats.org/drawingml/2006/main">
              <a:ext uri="{FF2B5EF4-FFF2-40B4-BE49-F238E27FC236}">
                <a16:creationId xmlns:a16="http://schemas.microsoft.com/office/drawing/2014/main" id="{AFE14C57-53A9-4159-BB84-BFBC62C11E3C}"/>
              </a:ext>
            </a:extLst>
          </p:cNvPr>
          <p:cNvSpPr>
            <a:spLocks xmlns:a="http://schemas.openxmlformats.org/drawingml/2006/main" noGrp="1"/>
          </p:cNvSpPr>
          <p:nvPr>
            <p:ph type="title" idx="0"/>
          </p:nvPr>
        </p:nvSpPr>
        <p:spPr>
          <a:xfrm xmlns:a="http://schemas.openxmlformats.org/drawingml/2006/main">
            <a:off x="2389717" y="5085184"/>
            <a:ext cx="7315200" cy="6480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17" name="Google Shape;117;p23">
            <a:extLst xmlns:a="http://schemas.openxmlformats.org/drawingml/2006/main">
              <a:ext uri="{FF2B5EF4-FFF2-40B4-BE49-F238E27FC236}">
                <a16:creationId xmlns:a16="http://schemas.microsoft.com/office/drawing/2014/main" id="{8AA821C1-CC7C-4E98-97A3-2D35916AB383}"/>
              </a:ext>
            </a:extLst>
          </p:cNvPr>
          <p:cNvSpPr>
            <a:spLocks xmlns:a="http://schemas.openxmlformats.org/drawingml/2006/main" noGrp="1"/>
          </p:cNvSpPr>
          <p:nvPr>
            <p:ph type="pic" idx="2"/>
          </p:nvPr>
        </p:nvSpPr>
        <p:spPr>
          <a:xfrm xmlns:a="http://schemas.openxmlformats.org/drawingml/2006/main">
            <a:off x="2389717" y="1484783"/>
            <a:ext cx="5486400" cy="54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R="0" algn="l">
              <a:spcBef>
                <a:spcPts val="640"/>
              </a:spcBef>
              <a:spcAft>
                <a:spcPts val="0"/>
              </a:spcAft>
              <a:buClr>
                <a:schemeClr val="dk1"/>
              </a:buClr>
              <a:buSzPts val="3200"/>
              <a:buFont typeface="Verdana"/>
              <a:buNone/>
              <a:defRPr sz="3200" b="0" i="0" u="none" cap="none">
                <a:solidFill>
                  <a:schemeClr val="dk1"/>
                </a:solidFill>
                <a:latin typeface="Verdana"/>
                <a:ea typeface="Verdana"/>
                <a:cs typeface="Verdana"/>
              </a:defRPr>
            </a:lvl1pPr>
            <a:lvl2pPr marR="0" algn="l">
              <a:spcBef>
                <a:spcPts val="560"/>
              </a:spcBef>
              <a:spcAft>
                <a:spcPts val="0"/>
              </a:spcAft>
              <a:buClr>
                <a:schemeClr val="dk1"/>
              </a:buClr>
              <a:buSzPts val="1400"/>
              <a:buFont typeface="Noto Sans Symbols"/>
              <a:buNone/>
              <a:defRPr sz="2800" b="0" i="0" u="none" cap="none">
                <a:solidFill>
                  <a:schemeClr val="dk1"/>
                </a:solidFill>
                <a:latin typeface="Verdana"/>
                <a:ea typeface="Verdana"/>
                <a:cs typeface="Verdana"/>
              </a:defRPr>
            </a:lvl2pPr>
            <a:lvl3pPr marR="0" algn="l">
              <a:spcBef>
                <a:spcPts val="480"/>
              </a:spcBef>
              <a:spcAft>
                <a:spcPts val="0"/>
              </a:spcAft>
              <a:buClr>
                <a:schemeClr val="dk1"/>
              </a:buClr>
              <a:buSzPts val="2400"/>
              <a:buFont typeface="Courier New"/>
              <a:buNone/>
              <a:defRPr sz="2400" b="0" i="0" u="none" cap="none">
                <a:solidFill>
                  <a:schemeClr val="dk1"/>
                </a:solidFill>
                <a:latin typeface="Verdana"/>
                <a:ea typeface="Verdana"/>
                <a:cs typeface="Verdana"/>
              </a:defRPr>
            </a:lvl3pPr>
            <a:lvl4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4pPr>
            <a:lvl5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5pPr>
            <a:lvl6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6pPr>
            <a:lvl7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7pPr>
            <a:lvl8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8pPr>
            <a:lvl9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9pPr>
          </a:lstStyle>
          <a:p xmlns:a="http://schemas.openxmlformats.org/drawingml/2006/main"/>
        </p:txBody>
      </p:sp>
      <p:sp>
        <p:nvSpPr>
          <p:cNvPr id="118" name="Google Shape;118;p23">
            <a:extLst xmlns:a="http://schemas.openxmlformats.org/drawingml/2006/main">
              <a:ext uri="{FF2B5EF4-FFF2-40B4-BE49-F238E27FC236}">
                <a16:creationId xmlns:a16="http://schemas.microsoft.com/office/drawing/2014/main" id="{6C4B25A2-5E55-428C-8B6C-F5400FCFD316}"/>
              </a:ext>
            </a:extLst>
          </p:cNvPr>
          <p:cNvSpPr>
            <a:spLocks xmlns:a="http://schemas.openxmlformats.org/drawingml/2006/main" noGrp="1"/>
          </p:cNvSpPr>
          <p:nvPr>
            <p:ph type="body" idx="1"/>
          </p:nvPr>
        </p:nvSpPr>
        <p:spPr>
          <a:xfrm xmlns:a="http://schemas.openxmlformats.org/drawingml/2006/main">
            <a:off x="2389717" y="5733256"/>
            <a:ext cx="7315200" cy="792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22.xml><?xml version="1.0" encoding="utf-8"?>
<p:sldLayout xmlns:p="http://schemas.openxmlformats.org/presentationml/2006/main" matchingName="Title and Vertical Text">
  <p:cSld name="Title and Vertical Text">
    <p:spTree>
      <p:nvGrpSpPr>
        <p:cNvPr id="1" name=""/>
        <p:cNvGrpSpPr/>
        <p:nvPr/>
      </p:nvGrpSpPr>
      <p:grpSpPr>
        <a:xfrm xmlns:a="http://schemas.openxmlformats.org/drawingml/2006/main"/>
      </p:grpSpPr>
      <p:sp>
        <p:nvSpPr>
          <p:cNvPr id="120" name="Google Shape;120;p24">
            <a:extLst xmlns:a="http://schemas.openxmlformats.org/drawingml/2006/main">
              <a:ext uri="{FF2B5EF4-FFF2-40B4-BE49-F238E27FC236}">
                <a16:creationId xmlns:a16="http://schemas.microsoft.com/office/drawing/2014/main" id="{D79659CD-729F-4172-8ECD-3D3F32400AE0}"/>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A8C58446-C726-44EA-A814-35582078257B}"/>
              </a:ext>
            </a:extLst>
          </p:cNvPr>
          <p:cNvSpPr>
            <a:spLocks xmlns:a="http://schemas.openxmlformats.org/drawingml/2006/main" noGrp="1"/>
          </p:cNvSpPr>
          <p:nvPr>
            <p:ph type="body" idx="1"/>
          </p:nvPr>
        </p:nvSpPr>
        <p:spPr>
          <a:xfrm xmlns:a="http://schemas.openxmlformats.org/drawingml/2006/main" rot="5400000">
            <a:off x="3934884" y="-1704446"/>
            <a:ext cx="4318000" cy="12187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23.xml><?xml version="1.0" encoding="utf-8"?>
<p:sldLayout xmlns:p="http://schemas.openxmlformats.org/presentationml/2006/main" matchingName="Vertical Title and Text">
  <p:cSld name="Vertical Title and Text">
    <p:spTree>
      <p:nvGrpSpPr>
        <p:cNvPr id="1" name=""/>
        <p:cNvGrpSpPr/>
        <p:nvPr/>
      </p:nvGrpSpPr>
      <p:grpSpPr>
        <a:xfrm xmlns:a="http://schemas.openxmlformats.org/drawingml/2006/main"/>
      </p:grpSpPr>
      <p:sp>
        <p:nvSpPr>
          <p:cNvPr id="123" name="Google Shape;123;p25">
            <a:extLst xmlns:a="http://schemas.openxmlformats.org/drawingml/2006/main">
              <a:ext uri="{FF2B5EF4-FFF2-40B4-BE49-F238E27FC236}">
                <a16:creationId xmlns:a16="http://schemas.microsoft.com/office/drawing/2014/main" id="{10CCC32B-A5AC-42C8-B22F-E7CA623F1FD9}"/>
              </a:ext>
            </a:extLst>
          </p:cNvPr>
          <p:cNvSpPr>
            <a:spLocks xmlns:a="http://schemas.openxmlformats.org/drawingml/2006/main" noGrp="1"/>
          </p:cNvSpPr>
          <p:nvPr>
            <p:ph type="title" idx="0"/>
          </p:nvPr>
        </p:nvSpPr>
        <p:spPr>
          <a:xfrm xmlns:a="http://schemas.openxmlformats.org/drawingml/2006/main" rot="5400000">
            <a:off x="8061326" y="2421996"/>
            <a:ext cx="5207000" cy="30458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24" name="Google Shape;124;p25">
            <a:extLst xmlns:a="http://schemas.openxmlformats.org/drawingml/2006/main">
              <a:ext uri="{FF2B5EF4-FFF2-40B4-BE49-F238E27FC236}">
                <a16:creationId xmlns:a16="http://schemas.microsoft.com/office/drawing/2014/main" id="{061CED08-5120-4BA9-BCC2-3842650FA563}"/>
              </a:ext>
            </a:extLst>
          </p:cNvPr>
          <p:cNvSpPr>
            <a:spLocks xmlns:a="http://schemas.openxmlformats.org/drawingml/2006/main" noGrp="1"/>
          </p:cNvSpPr>
          <p:nvPr>
            <p:ph type="body" idx="1"/>
          </p:nvPr>
        </p:nvSpPr>
        <p:spPr>
          <a:xfrm xmlns:a="http://schemas.openxmlformats.org/drawingml/2006/main" rot="5400000">
            <a:off x="1865843" y="-524404"/>
            <a:ext cx="5207000" cy="89386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24.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138" name="Google Shape;138;p27">
            <a:extLst xmlns:a="http://schemas.openxmlformats.org/drawingml/2006/main">
              <a:ext uri="{FF2B5EF4-FFF2-40B4-BE49-F238E27FC236}">
                <a16:creationId xmlns:a16="http://schemas.microsoft.com/office/drawing/2014/main" id="{743EE163-76A2-499A-8E81-2DC1414F38F1}"/>
              </a:ext>
            </a:extLst>
          </p:cNvPr>
          <p:cNvSpPr>
            <a:spLocks xmlns:a="http://schemas.openxmlformats.org/drawingml/2006/main" noGrp="1"/>
          </p:cNvSpPr>
          <p:nvPr/>
        </p:nvSpPr>
        <p:spPr>
          <a:xfrm xmlns:a="http://schemas.openxmlformats.org/drawingml/2006/main">
            <a:off x="0" y="0"/>
            <a:ext cx="12192000" cy="101758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p>
        </p:txBody>
      </p:sp>
      <p:sp>
        <p:nvSpPr>
          <p:cNvPr id="139" name="Google Shape;139;p27">
            <a:extLst xmlns:a="http://schemas.openxmlformats.org/drawingml/2006/main">
              <a:ext uri="{FF2B5EF4-FFF2-40B4-BE49-F238E27FC236}">
                <a16:creationId xmlns:a16="http://schemas.microsoft.com/office/drawing/2014/main" id="{02D17108-E427-46AF-B941-8AC4C290E4EC}"/>
              </a:ext>
            </a:extLst>
          </p:cNvPr>
          <p:cNvSpPr>
            <a:spLocks xmlns:a="http://schemas.openxmlformats.org/drawingml/2006/main" noGrp="1"/>
          </p:cNvSpPr>
          <p:nvPr>
            <p:ph type="ctrTitle" idx="0"/>
          </p:nvPr>
        </p:nvSpPr>
        <p:spPr>
          <a:xfrm xmlns:a="http://schemas.openxmlformats.org/drawingml/2006/main">
            <a:off x="-1" y="1278000"/>
            <a:ext cx="12192000" cy="2476500"/>
          </a:xfrm>
          <a:prstGeom xmlns:a="http://schemas.openxmlformats.org/drawingml/2006/main" prst="rect">
            <a:avLst/>
          </a:prstGeom>
          <a:solidFill xmlns:a="http://schemas.openxmlformats.org/drawingml/2006/main">
            <a:srgbClr val="505050"/>
          </a:solidFill>
          <a:ln xmlns:a="http://schemas.openxmlformats.org/drawingml/2006/main">
            <a:noFill/>
          </a:ln>
        </p:spPr>
        <p:txBody>
          <a:bodyPr xmlns:a="http://schemas.openxmlformats.org/drawingml/2006/main" spcFirstLastPara="1" wrap="square" lIns="982075" tIns="216000" rIns="267825" bIns="45700" anchor="t">
            <a:noAutofit/>
          </a:bodyPr>
          <a:lstStyle xmlns:a="http://schemas.openxmlformats.org/drawingml/2006/main">
            <a:lvl1pPr algn="l">
              <a:spcBef>
                <a:spcPts val="0"/>
              </a:spcBef>
              <a:spcAft>
                <a:spcPts val="0"/>
              </a:spcAft>
              <a:buSzPts val="1400"/>
              <a:buNone/>
              <a:defRPr sz="4000">
                <a:solidFill>
                  <a:srgbClr val="FFFFFF"/>
                </a:solidFill>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0" name="Google Shape;140;p27">
            <a:extLst xmlns:a="http://schemas.openxmlformats.org/drawingml/2006/main">
              <a:ext uri="{FF2B5EF4-FFF2-40B4-BE49-F238E27FC236}">
                <a16:creationId xmlns:a16="http://schemas.microsoft.com/office/drawing/2014/main" id="{4288D42D-45F8-4636-A650-BB65D8160C5B}"/>
              </a:ext>
            </a:extLst>
          </p:cNvPr>
          <p:cNvSpPr>
            <a:spLocks xmlns:a="http://schemas.openxmlformats.org/drawingml/2006/main" noGrp="1"/>
          </p:cNvSpPr>
          <p:nvPr/>
        </p:nvSpPr>
        <p:spPr>
          <a:xfrm xmlns:a="http://schemas.openxmlformats.org/drawingml/2006/main">
            <a:off x="0" y="0"/>
            <a:ext cx="16933"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41" name="Google Shape;141;p27">
            <a:extLst xmlns:a="http://schemas.openxmlformats.org/drawingml/2006/main">
              <a:ext uri="{FF2B5EF4-FFF2-40B4-BE49-F238E27FC236}">
                <a16:creationId xmlns:a16="http://schemas.microsoft.com/office/drawing/2014/main" id="{D466A266-FD11-4E0C-A761-C08C01B62E69}"/>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42" name="Google Shape;142;p27">
            <a:extLst xmlns:a="http://schemas.openxmlformats.org/drawingml/2006/main">
              <a:ext uri="{FF2B5EF4-FFF2-40B4-BE49-F238E27FC236}">
                <a16:creationId xmlns:a16="http://schemas.microsoft.com/office/drawing/2014/main" id="{B72F6421-7992-4B74-B773-0CA53E7C08DF}"/>
              </a:ext>
            </a:extLst>
          </p:cNvPr>
          <p:cNvSpPr>
            <a:spLocks xmlns:a="http://schemas.openxmlformats.org/drawingml/2006/main" noGrp="1"/>
          </p:cNvSpPr>
          <p:nvPr>
            <p:ph type="subTitle" idx="1"/>
          </p:nvPr>
        </p:nvSpPr>
        <p:spPr>
          <a:xfrm xmlns:a="http://schemas.openxmlformats.org/drawingml/2006/main">
            <a:off x="1" y="4035425"/>
            <a:ext cx="12187768" cy="190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algn="l">
              <a:spcBef>
                <a:spcPts val="380"/>
              </a:spcBef>
              <a:spcAft>
                <a:spcPts val="0"/>
              </a:spcAft>
              <a:buClr>
                <a:schemeClr val="dk1"/>
              </a:buClr>
              <a:buSzPts val="1900"/>
              <a:buFont typeface="Verdana"/>
              <a:buNone/>
              <a:defRPr sz="1900"/>
            </a:lvl1pPr>
            <a:lvl2pPr algn="l">
              <a:spcBef>
                <a:spcPts val="360"/>
              </a:spcBef>
              <a:spcAft>
                <a:spcPts val="0"/>
              </a:spcAft>
              <a:buClr>
                <a:schemeClr val="dk1"/>
              </a:buClr>
              <a:buSzPts val="900"/>
              <a:buChar char="▪"/>
              <a:defRPr/>
            </a:lvl2pPr>
            <a:lvl3pPr algn="l">
              <a:spcBef>
                <a:spcPts val="360"/>
              </a:spcBef>
              <a:spcAft>
                <a:spcPts val="0"/>
              </a:spcAft>
              <a:buClr>
                <a:schemeClr val="dk1"/>
              </a:buClr>
              <a:buSzPts val="1800"/>
              <a:buChar char="-"/>
              <a:defRPr/>
            </a:lvl3pPr>
            <a:lvl4pPr algn="l">
              <a:spcBef>
                <a:spcPts val="360"/>
              </a:spcBef>
              <a:spcAft>
                <a:spcPts val="0"/>
              </a:spcAft>
              <a:buClr>
                <a:schemeClr val="dk1"/>
              </a:buClr>
              <a:buSzPts val="1800"/>
              <a:buChar char="-"/>
              <a:defRPr/>
            </a:lvl4pPr>
            <a:lvl5pPr algn="l">
              <a:spcBef>
                <a:spcPts val="360"/>
              </a:spcBef>
              <a:spcAft>
                <a:spcPts val="0"/>
              </a:spcAft>
              <a:buClr>
                <a:schemeClr val="dk1"/>
              </a:buClr>
              <a:buSzPts val="1800"/>
              <a:buChar char="-"/>
              <a:defRPr/>
            </a:lvl5pPr>
            <a:lvl6pPr algn="l">
              <a:spcBef>
                <a:spcPts val="360"/>
              </a:spcBef>
              <a:spcAft>
                <a:spcPts val="0"/>
              </a:spcAft>
              <a:buClr>
                <a:schemeClr val="dk1"/>
              </a:buClr>
              <a:buSzPts val="1800"/>
              <a:buChar char="-"/>
              <a:defRPr/>
            </a:lvl6pPr>
            <a:lvl7pPr algn="l">
              <a:spcBef>
                <a:spcPts val="360"/>
              </a:spcBef>
              <a:spcAft>
                <a:spcPts val="0"/>
              </a:spcAft>
              <a:buClr>
                <a:schemeClr val="dk1"/>
              </a:buClr>
              <a:buSzPts val="1800"/>
              <a:buChar char="-"/>
              <a:defRPr/>
            </a:lvl7pPr>
            <a:lvl8pPr algn="l">
              <a:spcBef>
                <a:spcPts val="360"/>
              </a:spcBef>
              <a:spcAft>
                <a:spcPts val="0"/>
              </a:spcAft>
              <a:buClr>
                <a:schemeClr val="dk1"/>
              </a:buClr>
              <a:buSzPts val="1800"/>
              <a:buChar char="-"/>
              <a:defRPr/>
            </a:lvl8pPr>
            <a:lvl9pPr algn="l">
              <a:spcBef>
                <a:spcPts val="360"/>
              </a:spcBef>
              <a:spcAft>
                <a:spcPts val="0"/>
              </a:spcAft>
              <a:buClr>
                <a:schemeClr val="dk1"/>
              </a:buClr>
              <a:buSzPts val="1800"/>
              <a:buChar char="-"/>
              <a:defRPr/>
            </a:lvl9pPr>
          </a:lstStyle>
          <a:p xmlns:a="http://schemas.openxmlformats.org/drawingml/2006/main"/>
        </p:txBody>
      </p:sp>
      <p:sp>
        <p:nvSpPr>
          <p:cNvPr id="143" name="Google Shape;143;p27">
            <a:extLst xmlns:a="http://schemas.openxmlformats.org/drawingml/2006/main">
              <a:ext uri="{FF2B5EF4-FFF2-40B4-BE49-F238E27FC236}">
                <a16:creationId xmlns:a16="http://schemas.microsoft.com/office/drawing/2014/main" id="{D0CFA20F-E572-47AD-886D-77FC7CFC1E24}"/>
              </a:ext>
            </a:extLst>
          </p:cNvPr>
          <p:cNvSpPr>
            <a:spLocks xmlns:a="http://schemas.openxmlformats.org/drawingml/2006/main" noGrp="1"/>
          </p:cNvSpPr>
          <p:nvPr/>
        </p:nvSpPr>
        <p:spPr>
          <a:xfrm xmlns:a="http://schemas.openxmlformats.org/drawingml/2006/main">
            <a:off x="-1" y="1017588"/>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pic>
        <p:nvPicPr>
          <p:cNvPr id="154" name="Google Shape;144;p27"/>
          <p:cNvPicPr>
            <a:picLocks xmlns:a="http://schemas.openxmlformats.org/drawingml/2006/main" noChangeAspect="1"/>
          </p:cNvPicPr>
          <p:nvPr/>
        </p:nvPicPr>
        <p:blipFill rotWithShape="1">
          <a:blip xmlns:r="http://schemas.openxmlformats.org/officeDocument/2006/relationships" xmlns:a="http://schemas.openxmlformats.org/drawingml/2006/main" r:embed="R2b523a4874634867">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145" name="Google Shape;145;p27">
            <a:extLst xmlns:a="http://schemas.openxmlformats.org/drawingml/2006/main">
              <a:ext uri="{FF2B5EF4-FFF2-40B4-BE49-F238E27FC236}">
                <a16:creationId xmlns:a16="http://schemas.microsoft.com/office/drawing/2014/main" id="{036F0948-D608-4CAA-A19F-F0F57086B6CC}"/>
              </a:ext>
            </a:extLst>
          </p:cNvPr>
          <p:cNvSpPr>
            <a:spLocks xmlns:a="http://schemas.openxmlformats.org/drawingml/2006/main" noGrp="1"/>
          </p:cNvSpPr>
          <p:nvPr/>
        </p:nvSpPr>
        <p:spPr>
          <a:xfrm xmlns:a="http://schemas.openxmlformats.org/drawingml/2006/main">
            <a:off x="3687764" y="338138"/>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46" name="Google Shape;146;p27">
            <a:extLst xmlns:a="http://schemas.openxmlformats.org/drawingml/2006/main">
              <a:ext uri="{FF2B5EF4-FFF2-40B4-BE49-F238E27FC236}">
                <a16:creationId xmlns:a16="http://schemas.microsoft.com/office/drawing/2014/main" id="{1C0E0CCB-CA36-4D99-AE46-0505CE158DFA}"/>
              </a:ext>
            </a:extLst>
          </p:cNvPr>
          <p:cNvSpPr>
            <a:spLocks xmlns:a="http://schemas.openxmlformats.org/drawingml/2006/main" noGrp="1"/>
          </p:cNvSpPr>
          <p:nvPr/>
        </p:nvSpPr>
        <p:spPr>
          <a:xfrm xmlns:a="http://schemas.openxmlformats.org/drawingml/2006/main">
            <a:off x="5811838" y="341314"/>
            <a:ext cx="2400300" cy="3063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Tree>
  </p:cSld>
</p:sldLayout>
</file>

<file path=ppt/slideLayouts/slideLayout25.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48" name="Google Shape;148;p28">
            <a:extLst xmlns:a="http://schemas.openxmlformats.org/drawingml/2006/main">
              <a:ext uri="{FF2B5EF4-FFF2-40B4-BE49-F238E27FC236}">
                <a16:creationId xmlns:a16="http://schemas.microsoft.com/office/drawing/2014/main" id="{6FD78A37-FC43-41EC-8C6D-4F22529560CD}"/>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9" name="Google Shape;149;p28">
            <a:extLst xmlns:a="http://schemas.openxmlformats.org/drawingml/2006/main">
              <a:ext uri="{FF2B5EF4-FFF2-40B4-BE49-F238E27FC236}">
                <a16:creationId xmlns:a16="http://schemas.microsoft.com/office/drawing/2014/main" id="{4DA8032A-8B69-44BF-B360-06ECB9D34961}"/>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26.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51" name="Google Shape;151;p29">
            <a:extLst xmlns:a="http://schemas.openxmlformats.org/drawingml/2006/main">
              <a:ext uri="{FF2B5EF4-FFF2-40B4-BE49-F238E27FC236}">
                <a16:creationId xmlns:a16="http://schemas.microsoft.com/office/drawing/2014/main" id="{568F7D75-CECD-490F-82F6-BD3B9F120557}"/>
              </a:ext>
            </a:extLst>
          </p:cNvPr>
          <p:cNvSpPr>
            <a:spLocks xmlns:a="http://schemas.openxmlformats.org/drawingml/2006/main" noGrp="1"/>
          </p:cNvSpPr>
          <p:nvPr>
            <p:ph type="title" idx="0"/>
          </p:nvPr>
        </p:nvSpPr>
        <p:spPr>
          <a:xfrm xmlns:a="http://schemas.openxmlformats.org/drawingml/2006/main">
            <a:off x="963084" y="4406901"/>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t">
            <a:noAutofit/>
          </a:bodyPr>
          <a:lstStyle xmlns:a="http://schemas.openxmlformats.org/drawingml/2006/main">
            <a:lvl1pPr algn="l">
              <a:spcBef>
                <a:spcPts val="0"/>
              </a:spcBef>
              <a:spcAft>
                <a:spcPts val="0"/>
              </a:spcAft>
              <a:buSzPts val="1400"/>
              <a:buNone/>
              <a:defRPr sz="4000" b="1" cap="none"/>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52" name="Google Shape;152;p29">
            <a:extLst xmlns:a="http://schemas.openxmlformats.org/drawingml/2006/main">
              <a:ext uri="{FF2B5EF4-FFF2-40B4-BE49-F238E27FC236}">
                <a16:creationId xmlns:a16="http://schemas.microsoft.com/office/drawing/2014/main" id="{F1668633-3B8F-41BD-B7B1-6C01EF7F76DB}"/>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00"/>
              </a:spcBef>
              <a:spcAft>
                <a:spcPts val="0"/>
              </a:spcAft>
              <a:buClr>
                <a:schemeClr val="dk1"/>
              </a:buClr>
              <a:buSzPts val="2000"/>
              <a:buNone/>
              <a:defRPr sz="2000"/>
            </a:lvl1pPr>
            <a:lvl2pPr marL="914400" indent="-228600" algn="l">
              <a:spcBef>
                <a:spcPts val="360"/>
              </a:spcBef>
              <a:spcAft>
                <a:spcPts val="0"/>
              </a:spcAft>
              <a:buClr>
                <a:schemeClr val="dk1"/>
              </a:buClr>
              <a:buSzPts val="900"/>
              <a:buNone/>
              <a:defRPr sz="1800"/>
            </a:lvl2pPr>
            <a:lvl3pPr marL="1371600" indent="-228600" algn="l">
              <a:spcBef>
                <a:spcPts val="320"/>
              </a:spcBef>
              <a:spcAft>
                <a:spcPts val="0"/>
              </a:spcAft>
              <a:buClr>
                <a:schemeClr val="dk1"/>
              </a:buClr>
              <a:buSzPts val="1600"/>
              <a:buNone/>
              <a:defRPr sz="1600"/>
            </a:lvl3pPr>
            <a:lvl4pPr marL="1828800" indent="-228600" algn="l">
              <a:spcBef>
                <a:spcPts val="280"/>
              </a:spcBef>
              <a:spcAft>
                <a:spcPts val="0"/>
              </a:spcAft>
              <a:buClr>
                <a:schemeClr val="dk1"/>
              </a:buClr>
              <a:buSzPts val="1400"/>
              <a:buNone/>
              <a:defRPr sz="1400"/>
            </a:lvl4pPr>
            <a:lvl5pPr marL="2286000" indent="-228600" algn="l">
              <a:spcBef>
                <a:spcPts val="280"/>
              </a:spcBef>
              <a:spcAft>
                <a:spcPts val="0"/>
              </a:spcAft>
              <a:buClr>
                <a:schemeClr val="dk1"/>
              </a:buClr>
              <a:buSzPts val="1400"/>
              <a:buNone/>
              <a:defRPr sz="1400"/>
            </a:lvl5pPr>
            <a:lvl6pPr marL="2743200" indent="-228600" algn="l">
              <a:spcBef>
                <a:spcPts val="280"/>
              </a:spcBef>
              <a:spcAft>
                <a:spcPts val="0"/>
              </a:spcAft>
              <a:buClr>
                <a:schemeClr val="dk1"/>
              </a:buClr>
              <a:buSzPts val="1400"/>
              <a:buNone/>
              <a:defRPr sz="1400"/>
            </a:lvl6pPr>
            <a:lvl7pPr marL="3200400" indent="-228600" algn="l">
              <a:spcBef>
                <a:spcPts val="280"/>
              </a:spcBef>
              <a:spcAft>
                <a:spcPts val="0"/>
              </a:spcAft>
              <a:buClr>
                <a:schemeClr val="dk1"/>
              </a:buClr>
              <a:buSzPts val="1400"/>
              <a:buNone/>
              <a:defRPr sz="1400"/>
            </a:lvl7pPr>
            <a:lvl8pPr marL="3657600" indent="-228600" algn="l">
              <a:spcBef>
                <a:spcPts val="280"/>
              </a:spcBef>
              <a:spcAft>
                <a:spcPts val="0"/>
              </a:spcAft>
              <a:buClr>
                <a:schemeClr val="dk1"/>
              </a:buClr>
              <a:buSzPts val="1400"/>
              <a:buNone/>
              <a:defRPr sz="1400"/>
            </a:lvl8pPr>
            <a:lvl9pPr marL="4114800" indent="-228600" algn="l">
              <a:spcBef>
                <a:spcPts val="280"/>
              </a:spcBef>
              <a:spcAft>
                <a:spcPts val="0"/>
              </a:spcAft>
              <a:buClr>
                <a:schemeClr val="dk1"/>
              </a:buClr>
              <a:buSzPts val="1400"/>
              <a:buNone/>
              <a:defRPr sz="1400"/>
            </a:lvl9pPr>
          </a:lstStyle>
          <a:p xmlns:a="http://schemas.openxmlformats.org/drawingml/2006/main"/>
        </p:txBody>
      </p:sp>
    </p:spTree>
  </p:cSld>
</p:sldLayout>
</file>

<file path=ppt/slideLayouts/slideLayout27.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154" name="Google Shape;154;p30">
            <a:extLst xmlns:a="http://schemas.openxmlformats.org/drawingml/2006/main">
              <a:ext uri="{FF2B5EF4-FFF2-40B4-BE49-F238E27FC236}">
                <a16:creationId xmlns:a16="http://schemas.microsoft.com/office/drawing/2014/main" id="{ADFE505A-C393-492D-8CDA-AB77E997F0DF}"/>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55" name="Google Shape;155;p30">
            <a:extLst xmlns:a="http://schemas.openxmlformats.org/drawingml/2006/main">
              <a:ext uri="{FF2B5EF4-FFF2-40B4-BE49-F238E27FC236}">
                <a16:creationId xmlns:a16="http://schemas.microsoft.com/office/drawing/2014/main" id="{409163EF-AD6E-47B0-935F-9948B36A2B48}"/>
              </a:ext>
            </a:extLst>
          </p:cNvPr>
          <p:cNvSpPr>
            <a:spLocks xmlns:a="http://schemas.openxmlformats.org/drawingml/2006/main" noGrp="1"/>
          </p:cNvSpPr>
          <p:nvPr>
            <p:ph type="body" idx="1"/>
          </p:nvPr>
        </p:nvSpPr>
        <p:spPr>
          <a:xfrm xmlns:a="http://schemas.openxmlformats.org/drawingml/2006/main">
            <a:off x="1" y="2230438"/>
            <a:ext cx="5992284"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156" name="Google Shape;156;p30">
            <a:extLst xmlns:a="http://schemas.openxmlformats.org/drawingml/2006/main">
              <a:ext uri="{FF2B5EF4-FFF2-40B4-BE49-F238E27FC236}">
                <a16:creationId xmlns:a16="http://schemas.microsoft.com/office/drawing/2014/main" id="{9BE51C03-E265-47F9-B607-D51A20F907C6}"/>
              </a:ext>
            </a:extLst>
          </p:cNvPr>
          <p:cNvSpPr>
            <a:spLocks xmlns:a="http://schemas.openxmlformats.org/drawingml/2006/main" noGrp="1"/>
          </p:cNvSpPr>
          <p:nvPr>
            <p:ph type="body" idx="2"/>
          </p:nvPr>
        </p:nvSpPr>
        <p:spPr>
          <a:xfrm xmlns:a="http://schemas.openxmlformats.org/drawingml/2006/main">
            <a:off x="6195484" y="2230438"/>
            <a:ext cx="5992283" cy="43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04800" algn="l">
              <a:spcBef>
                <a:spcPts val="480"/>
              </a:spcBef>
              <a:spcAft>
                <a:spcPts val="0"/>
              </a:spcAft>
              <a:buClr>
                <a:schemeClr val="dk1"/>
              </a:buClr>
              <a:buSzPts val="12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Tree>
  </p:cSld>
</p:sldLayout>
</file>

<file path=ppt/slideLayouts/slideLayout28.xml><?xml version="1.0" encoding="utf-8"?>
<p:sldLayout xmlns:p="http://schemas.openxmlformats.org/presentationml/2006/main" matchingName="Comparison">
  <p:cSld name="Comparison">
    <p:spTree>
      <p:nvGrpSpPr>
        <p:cNvPr id="1" name=""/>
        <p:cNvGrpSpPr/>
        <p:nvPr/>
      </p:nvGrpSpPr>
      <p:grpSpPr>
        <a:xfrm xmlns:a="http://schemas.openxmlformats.org/drawingml/2006/main"/>
      </p:grpSpPr>
      <p:sp>
        <p:nvSpPr>
          <p:cNvPr id="158" name="Google Shape;158;p31">
            <a:extLst xmlns:a="http://schemas.openxmlformats.org/drawingml/2006/main">
              <a:ext uri="{FF2B5EF4-FFF2-40B4-BE49-F238E27FC236}">
                <a16:creationId xmlns:a16="http://schemas.microsoft.com/office/drawing/2014/main" id="{98EDD7FC-7269-4706-939B-2A26F1222765}"/>
              </a:ext>
            </a:extLst>
          </p:cNvPr>
          <p:cNvSpPr>
            <a:spLocks xmlns:a="http://schemas.openxmlformats.org/drawingml/2006/main" noGrp="1"/>
          </p:cNvSpPr>
          <p:nvPr>
            <p:ph type="title" idx="0"/>
          </p:nvPr>
        </p:nvSpPr>
        <p:spPr>
          <a:xfrm xmlns:a="http://schemas.openxmlformats.org/drawingml/2006/main">
            <a:off x="0" y="1282700"/>
            <a:ext cx="12192000" cy="6389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59" name="Google Shape;159;p31">
            <a:extLst xmlns:a="http://schemas.openxmlformats.org/drawingml/2006/main">
              <a:ext uri="{FF2B5EF4-FFF2-40B4-BE49-F238E27FC236}">
                <a16:creationId xmlns:a16="http://schemas.microsoft.com/office/drawing/2014/main" id="{339B31F3-7105-4527-928C-60AEB74C3D4D}"/>
              </a:ext>
            </a:extLst>
          </p:cNvPr>
          <p:cNvSpPr>
            <a:spLocks xmlns:a="http://schemas.openxmlformats.org/drawingml/2006/main" noGrp="1"/>
          </p:cNvSpPr>
          <p:nvPr>
            <p:ph type="body" idx="1"/>
          </p:nvPr>
        </p:nvSpPr>
        <p:spPr>
          <a:xfrm xmlns:a="http://schemas.openxmlformats.org/drawingml/2006/main">
            <a:off x="623392" y="2132856"/>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160" name="Google Shape;160;p31">
            <a:extLst xmlns:a="http://schemas.openxmlformats.org/drawingml/2006/main">
              <a:ext uri="{FF2B5EF4-FFF2-40B4-BE49-F238E27FC236}">
                <a16:creationId xmlns:a16="http://schemas.microsoft.com/office/drawing/2014/main" id="{3CE8F4C7-21C4-4B76-BE98-DAA069BC567A}"/>
              </a:ext>
            </a:extLst>
          </p:cNvPr>
          <p:cNvSpPr>
            <a:spLocks xmlns:a="http://schemas.openxmlformats.org/drawingml/2006/main" noGrp="1"/>
          </p:cNvSpPr>
          <p:nvPr>
            <p:ph type="body" idx="2"/>
          </p:nvPr>
        </p:nvSpPr>
        <p:spPr>
          <a:xfrm xmlns:a="http://schemas.openxmlformats.org/drawingml/2006/main">
            <a:off x="609600" y="2780929"/>
            <a:ext cx="5386917"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161" name="Google Shape;161;p31">
            <a:extLst xmlns:a="http://schemas.openxmlformats.org/drawingml/2006/main">
              <a:ext uri="{FF2B5EF4-FFF2-40B4-BE49-F238E27FC236}">
                <a16:creationId xmlns:a16="http://schemas.microsoft.com/office/drawing/2014/main" id="{50CEEE69-EA51-49C1-8C36-DF867EAF4B3E}"/>
              </a:ext>
            </a:extLst>
          </p:cNvPr>
          <p:cNvSpPr>
            <a:spLocks xmlns:a="http://schemas.openxmlformats.org/drawingml/2006/main" noGrp="1"/>
          </p:cNvSpPr>
          <p:nvPr>
            <p:ph type="body" idx="3"/>
          </p:nvPr>
        </p:nvSpPr>
        <p:spPr>
          <a:xfrm xmlns:a="http://schemas.openxmlformats.org/drawingml/2006/main">
            <a:off x="6193368" y="2132857"/>
            <a:ext cx="5389033" cy="6480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1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162" name="Google Shape;162;p31">
            <a:extLst xmlns:a="http://schemas.openxmlformats.org/drawingml/2006/main">
              <a:ext uri="{FF2B5EF4-FFF2-40B4-BE49-F238E27FC236}">
                <a16:creationId xmlns:a16="http://schemas.microsoft.com/office/drawing/2014/main" id="{66DFC010-C5C1-4E89-905A-C7145DDCFD95}"/>
              </a:ext>
            </a:extLst>
          </p:cNvPr>
          <p:cNvSpPr>
            <a:spLocks xmlns:a="http://schemas.openxmlformats.org/drawingml/2006/main" noGrp="1"/>
          </p:cNvSpPr>
          <p:nvPr>
            <p:ph type="body" idx="4"/>
          </p:nvPr>
        </p:nvSpPr>
        <p:spPr>
          <a:xfrm xmlns:a="http://schemas.openxmlformats.org/drawingml/2006/main">
            <a:off x="6193368" y="2780929"/>
            <a:ext cx="5389033" cy="37444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292100" algn="l">
              <a:spcBef>
                <a:spcPts val="400"/>
              </a:spcBef>
              <a:spcAft>
                <a:spcPts val="0"/>
              </a:spcAft>
              <a:buClr>
                <a:schemeClr val="dk1"/>
              </a:buClr>
              <a:buSzPts val="1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Tree>
  </p:cSld>
</p:sldLayout>
</file>

<file path=ppt/slideLayouts/slideLayout29.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164" name="Google Shape;164;p32">
            <a:extLst xmlns:a="http://schemas.openxmlformats.org/drawingml/2006/main">
              <a:ext uri="{FF2B5EF4-FFF2-40B4-BE49-F238E27FC236}">
                <a16:creationId xmlns:a16="http://schemas.microsoft.com/office/drawing/2014/main" id="{24B700C6-52FD-4BCC-82F3-FF413418F3A7}"/>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Tree>
  </p:cSld>
</p:sldLayout>
</file>

<file path=ppt/slideLayouts/slideLayout30.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31.xml><?xml version="1.0" encoding="utf-8"?>
<p:sldLayout xmlns:p="http://schemas.openxmlformats.org/presentationml/2006/main" matchingName="Content with Caption">
  <p:cSld name="Content with Caption">
    <p:spTree>
      <p:nvGrpSpPr>
        <p:cNvPr id="1" name=""/>
        <p:cNvGrpSpPr/>
        <p:nvPr/>
      </p:nvGrpSpPr>
      <p:grpSpPr>
        <a:xfrm xmlns:a="http://schemas.openxmlformats.org/drawingml/2006/main"/>
      </p:grpSpPr>
      <p:sp>
        <p:nvSpPr>
          <p:cNvPr id="167" name="Google Shape;167;p34">
            <a:extLst xmlns:a="http://schemas.openxmlformats.org/drawingml/2006/main">
              <a:ext uri="{FF2B5EF4-FFF2-40B4-BE49-F238E27FC236}">
                <a16:creationId xmlns:a16="http://schemas.microsoft.com/office/drawing/2014/main" id="{45F989DA-97C4-4D68-B355-AE6B6417ED5D}"/>
              </a:ext>
            </a:extLst>
          </p:cNvPr>
          <p:cNvSpPr>
            <a:spLocks xmlns:a="http://schemas.openxmlformats.org/drawingml/2006/main" noGrp="1"/>
          </p:cNvSpPr>
          <p:nvPr>
            <p:ph type="title" idx="0"/>
          </p:nvPr>
        </p:nvSpPr>
        <p:spPr>
          <a:xfrm xmlns:a="http://schemas.openxmlformats.org/drawingml/2006/main">
            <a:off x="335361" y="1340768"/>
            <a:ext cx="4285324" cy="864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68" name="Google Shape;168;p34">
            <a:extLst xmlns:a="http://schemas.openxmlformats.org/drawingml/2006/main">
              <a:ext uri="{FF2B5EF4-FFF2-40B4-BE49-F238E27FC236}">
                <a16:creationId xmlns:a16="http://schemas.microsoft.com/office/drawing/2014/main" id="{529BB1C7-84E1-4699-B5CE-F80D17938B92}"/>
              </a:ext>
            </a:extLst>
          </p:cNvPr>
          <p:cNvSpPr>
            <a:spLocks xmlns:a="http://schemas.openxmlformats.org/drawingml/2006/main" noGrp="1"/>
          </p:cNvSpPr>
          <p:nvPr>
            <p:ph type="body" idx="1"/>
          </p:nvPr>
        </p:nvSpPr>
        <p:spPr>
          <a:xfrm xmlns:a="http://schemas.openxmlformats.org/drawingml/2006/main">
            <a:off x="4766733" y="1340768"/>
            <a:ext cx="6815667" cy="5184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317500" algn="l">
              <a:spcBef>
                <a:spcPts val="560"/>
              </a:spcBef>
              <a:spcAft>
                <a:spcPts val="0"/>
              </a:spcAft>
              <a:buClr>
                <a:schemeClr val="dk1"/>
              </a:buClr>
              <a:buSzPts val="14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169" name="Google Shape;169;p34">
            <a:extLst xmlns:a="http://schemas.openxmlformats.org/drawingml/2006/main">
              <a:ext uri="{FF2B5EF4-FFF2-40B4-BE49-F238E27FC236}">
                <a16:creationId xmlns:a16="http://schemas.microsoft.com/office/drawing/2014/main" id="{A13964EA-F8EB-48BC-85D1-4A593B4C26D6}"/>
              </a:ext>
            </a:extLst>
          </p:cNvPr>
          <p:cNvSpPr>
            <a:spLocks xmlns:a="http://schemas.openxmlformats.org/drawingml/2006/main" noGrp="1"/>
          </p:cNvSpPr>
          <p:nvPr>
            <p:ph type="body" idx="2"/>
          </p:nvPr>
        </p:nvSpPr>
        <p:spPr>
          <a:xfrm xmlns:a="http://schemas.openxmlformats.org/drawingml/2006/main">
            <a:off x="335361" y="2204864"/>
            <a:ext cx="4285324" cy="4320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32.xml><?xml version="1.0" encoding="utf-8"?>
<p:sldLayout xmlns:p="http://schemas.openxmlformats.org/presentationml/2006/main" matchingName="Picture with Caption">
  <p:cSld name="Picture with Caption">
    <p:spTree>
      <p:nvGrpSpPr>
        <p:cNvPr id="1" name=""/>
        <p:cNvGrpSpPr/>
        <p:nvPr/>
      </p:nvGrpSpPr>
      <p:grpSpPr>
        <a:xfrm xmlns:a="http://schemas.openxmlformats.org/drawingml/2006/main"/>
      </p:grpSpPr>
      <p:sp>
        <p:nvSpPr>
          <p:cNvPr id="171" name="Google Shape;171;p35">
            <a:extLst xmlns:a="http://schemas.openxmlformats.org/drawingml/2006/main">
              <a:ext uri="{FF2B5EF4-FFF2-40B4-BE49-F238E27FC236}">
                <a16:creationId xmlns:a16="http://schemas.microsoft.com/office/drawing/2014/main" id="{7B6C6615-32FA-47A0-8C31-76ABF304F8B9}"/>
              </a:ext>
            </a:extLst>
          </p:cNvPr>
          <p:cNvSpPr>
            <a:spLocks xmlns:a="http://schemas.openxmlformats.org/drawingml/2006/main" noGrp="1"/>
          </p:cNvSpPr>
          <p:nvPr>
            <p:ph type="title" idx="0"/>
          </p:nvPr>
        </p:nvSpPr>
        <p:spPr>
          <a:xfrm xmlns:a="http://schemas.openxmlformats.org/drawingml/2006/main">
            <a:off x="2389717" y="5085184"/>
            <a:ext cx="7315200" cy="6480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b">
            <a:noAutofit/>
          </a:bodyPr>
          <a:lstStyle xmlns:a="http://schemas.openxmlformats.org/drawingml/2006/main">
            <a:lvl1pPr algn="l">
              <a:spcBef>
                <a:spcPts val="0"/>
              </a:spcBef>
              <a:spcAft>
                <a:spcPts val="0"/>
              </a:spcAft>
              <a:buSzPts val="1400"/>
              <a:buNone/>
              <a:defRPr sz="2000" b="1"/>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72" name="Google Shape;172;p35">
            <a:extLst xmlns:a="http://schemas.openxmlformats.org/drawingml/2006/main">
              <a:ext uri="{FF2B5EF4-FFF2-40B4-BE49-F238E27FC236}">
                <a16:creationId xmlns:a16="http://schemas.microsoft.com/office/drawing/2014/main" id="{11C8B6FC-FBF9-4FB2-9DEC-5BEA6071F02B}"/>
              </a:ext>
            </a:extLst>
          </p:cNvPr>
          <p:cNvSpPr>
            <a:spLocks xmlns:a="http://schemas.openxmlformats.org/drawingml/2006/main" noGrp="1"/>
          </p:cNvSpPr>
          <p:nvPr>
            <p:ph type="pic" idx="2"/>
          </p:nvPr>
        </p:nvSpPr>
        <p:spPr>
          <a:xfrm xmlns:a="http://schemas.openxmlformats.org/drawingml/2006/main">
            <a:off x="2389717" y="1484783"/>
            <a:ext cx="5486400" cy="54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R="0" algn="l">
              <a:spcBef>
                <a:spcPts val="640"/>
              </a:spcBef>
              <a:spcAft>
                <a:spcPts val="0"/>
              </a:spcAft>
              <a:buClr>
                <a:schemeClr val="dk1"/>
              </a:buClr>
              <a:buSzPts val="3200"/>
              <a:buFont typeface="Verdana"/>
              <a:buNone/>
              <a:defRPr sz="3200" b="0" i="0" u="none" cap="none">
                <a:solidFill>
                  <a:schemeClr val="dk1"/>
                </a:solidFill>
                <a:latin typeface="Verdana"/>
                <a:ea typeface="Verdana"/>
                <a:cs typeface="Verdana"/>
              </a:defRPr>
            </a:lvl1pPr>
            <a:lvl2pPr marR="0" algn="l">
              <a:spcBef>
                <a:spcPts val="560"/>
              </a:spcBef>
              <a:spcAft>
                <a:spcPts val="0"/>
              </a:spcAft>
              <a:buClr>
                <a:schemeClr val="dk1"/>
              </a:buClr>
              <a:buSzPts val="1400"/>
              <a:buFont typeface="Noto Sans Symbols"/>
              <a:buNone/>
              <a:defRPr sz="2800" b="0" i="0" u="none" cap="none">
                <a:solidFill>
                  <a:schemeClr val="dk1"/>
                </a:solidFill>
                <a:latin typeface="Verdana"/>
                <a:ea typeface="Verdana"/>
                <a:cs typeface="Verdana"/>
              </a:defRPr>
            </a:lvl2pPr>
            <a:lvl3pPr marR="0" algn="l">
              <a:spcBef>
                <a:spcPts val="480"/>
              </a:spcBef>
              <a:spcAft>
                <a:spcPts val="0"/>
              </a:spcAft>
              <a:buClr>
                <a:schemeClr val="dk1"/>
              </a:buClr>
              <a:buSzPts val="2400"/>
              <a:buFont typeface="Courier New"/>
              <a:buNone/>
              <a:defRPr sz="2400" b="0" i="0" u="none" cap="none">
                <a:solidFill>
                  <a:schemeClr val="dk1"/>
                </a:solidFill>
                <a:latin typeface="Verdana"/>
                <a:ea typeface="Verdana"/>
                <a:cs typeface="Verdana"/>
              </a:defRPr>
            </a:lvl3pPr>
            <a:lvl4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4pPr>
            <a:lvl5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5pPr>
            <a:lvl6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6pPr>
            <a:lvl7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7pPr>
            <a:lvl8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8pPr>
            <a:lvl9pPr marR="0" algn="l">
              <a:spcBef>
                <a:spcPts val="400"/>
              </a:spcBef>
              <a:spcAft>
                <a:spcPts val="0"/>
              </a:spcAft>
              <a:buClr>
                <a:schemeClr val="dk1"/>
              </a:buClr>
              <a:buSzPts val="2000"/>
              <a:buFont typeface="Courier New"/>
              <a:buNone/>
              <a:defRPr sz="2000" b="0" i="0" u="none" cap="none">
                <a:solidFill>
                  <a:schemeClr val="dk1"/>
                </a:solidFill>
                <a:latin typeface="Verdana"/>
                <a:ea typeface="Verdana"/>
                <a:cs typeface="Verdana"/>
              </a:defRPr>
            </a:lvl9pPr>
          </a:lstStyle>
          <a:p xmlns:a="http://schemas.openxmlformats.org/drawingml/2006/main"/>
        </p:txBody>
      </p:sp>
      <p:sp>
        <p:nvSpPr>
          <p:cNvPr id="173" name="Google Shape;173;p35">
            <a:extLst xmlns:a="http://schemas.openxmlformats.org/drawingml/2006/main">
              <a:ext uri="{FF2B5EF4-FFF2-40B4-BE49-F238E27FC236}">
                <a16:creationId xmlns:a16="http://schemas.microsoft.com/office/drawing/2014/main" id="{AFDF2A46-C0E1-44F2-AF7A-651209D54EE5}"/>
              </a:ext>
            </a:extLst>
          </p:cNvPr>
          <p:cNvSpPr>
            <a:spLocks xmlns:a="http://schemas.openxmlformats.org/drawingml/2006/main" noGrp="1"/>
          </p:cNvSpPr>
          <p:nvPr>
            <p:ph type="body" idx="1"/>
          </p:nvPr>
        </p:nvSpPr>
        <p:spPr>
          <a:xfrm xmlns:a="http://schemas.openxmlformats.org/drawingml/2006/main">
            <a:off x="2389717" y="5733256"/>
            <a:ext cx="7315200" cy="792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6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Tree>
  </p:cSld>
</p:sldLayout>
</file>

<file path=ppt/slideLayouts/slideLayout33.xml><?xml version="1.0" encoding="utf-8"?>
<p:sldLayout xmlns:p="http://schemas.openxmlformats.org/presentationml/2006/main" matchingName="Title and Vertical Text">
  <p:cSld name="Title and Vertical Text">
    <p:spTree>
      <p:nvGrpSpPr>
        <p:cNvPr id="1" name=""/>
        <p:cNvGrpSpPr/>
        <p:nvPr/>
      </p:nvGrpSpPr>
      <p:grpSpPr>
        <a:xfrm xmlns:a="http://schemas.openxmlformats.org/drawingml/2006/main"/>
      </p:grpSpPr>
      <p:sp>
        <p:nvSpPr>
          <p:cNvPr id="175" name="Google Shape;175;p36">
            <a:extLst xmlns:a="http://schemas.openxmlformats.org/drawingml/2006/main">
              <a:ext uri="{FF2B5EF4-FFF2-40B4-BE49-F238E27FC236}">
                <a16:creationId xmlns:a16="http://schemas.microsoft.com/office/drawing/2014/main" id="{AD859DBC-50BA-4A5A-8C95-F1C5729D9CAC}"/>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76" name="Google Shape;176;p36">
            <a:extLst xmlns:a="http://schemas.openxmlformats.org/drawingml/2006/main">
              <a:ext uri="{FF2B5EF4-FFF2-40B4-BE49-F238E27FC236}">
                <a16:creationId xmlns:a16="http://schemas.microsoft.com/office/drawing/2014/main" id="{B5DBB8F4-7D23-4018-9102-C3ADE7A0ED93}"/>
              </a:ext>
            </a:extLst>
          </p:cNvPr>
          <p:cNvSpPr>
            <a:spLocks xmlns:a="http://schemas.openxmlformats.org/drawingml/2006/main" noGrp="1"/>
          </p:cNvSpPr>
          <p:nvPr>
            <p:ph type="body" idx="1"/>
          </p:nvPr>
        </p:nvSpPr>
        <p:spPr>
          <a:xfrm xmlns:a="http://schemas.openxmlformats.org/drawingml/2006/main" rot="5400000">
            <a:off x="3934884" y="-1704446"/>
            <a:ext cx="4318000" cy="12187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34.xml><?xml version="1.0" encoding="utf-8"?>
<p:sldLayout xmlns:p="http://schemas.openxmlformats.org/presentationml/2006/main" matchingName="Vertical Title and Text">
  <p:cSld name="Vertical Title and Text">
    <p:spTree>
      <p:nvGrpSpPr>
        <p:cNvPr id="1" name=""/>
        <p:cNvGrpSpPr/>
        <p:nvPr/>
      </p:nvGrpSpPr>
      <p:grpSpPr>
        <a:xfrm xmlns:a="http://schemas.openxmlformats.org/drawingml/2006/main"/>
      </p:grpSpPr>
      <p:sp>
        <p:nvSpPr>
          <p:cNvPr id="178" name="Google Shape;178;p37">
            <a:extLst xmlns:a="http://schemas.openxmlformats.org/drawingml/2006/main">
              <a:ext uri="{FF2B5EF4-FFF2-40B4-BE49-F238E27FC236}">
                <a16:creationId xmlns:a16="http://schemas.microsoft.com/office/drawing/2014/main" id="{182F0B95-939D-4C96-AB36-0678A8C26794}"/>
              </a:ext>
            </a:extLst>
          </p:cNvPr>
          <p:cNvSpPr>
            <a:spLocks xmlns:a="http://schemas.openxmlformats.org/drawingml/2006/main" noGrp="1"/>
          </p:cNvSpPr>
          <p:nvPr>
            <p:ph type="title" idx="0"/>
          </p:nvPr>
        </p:nvSpPr>
        <p:spPr>
          <a:xfrm xmlns:a="http://schemas.openxmlformats.org/drawingml/2006/main" rot="5400000">
            <a:off x="8061326" y="2421996"/>
            <a:ext cx="5207000" cy="30458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79" name="Google Shape;179;p37">
            <a:extLst xmlns:a="http://schemas.openxmlformats.org/drawingml/2006/main">
              <a:ext uri="{FF2B5EF4-FFF2-40B4-BE49-F238E27FC236}">
                <a16:creationId xmlns:a16="http://schemas.microsoft.com/office/drawing/2014/main" id="{A70FF773-C96F-4635-85C5-8E00E7AD0489}"/>
              </a:ext>
            </a:extLst>
          </p:cNvPr>
          <p:cNvSpPr>
            <a:spLocks xmlns:a="http://schemas.openxmlformats.org/drawingml/2006/main" noGrp="1"/>
          </p:cNvSpPr>
          <p:nvPr>
            <p:ph type="body" idx="1"/>
          </p:nvPr>
        </p:nvSpPr>
        <p:spPr>
          <a:xfrm xmlns:a="http://schemas.openxmlformats.org/drawingml/2006/main" rot="5400000">
            <a:off x="1865843" y="-524404"/>
            <a:ext cx="5207000" cy="89386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285750" algn="l">
              <a:spcBef>
                <a:spcPts val="360"/>
              </a:spcBef>
              <a:spcAft>
                <a:spcPts val="0"/>
              </a:spcAft>
              <a:buClr>
                <a:schemeClr val="dk1"/>
              </a:buClr>
              <a:buSzPts val="9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242d47b4ddc4f3b" /><Relationship Type="http://schemas.openxmlformats.org/officeDocument/2006/relationships/theme" Target="/ppt/slideMasters/theme/theme2.xml" Id="R3e407f5e356644af" /><Relationship Type="http://schemas.openxmlformats.org/officeDocument/2006/relationships/slideLayout" Target="/ppt/slideLayouts/slideLayout1.xml" Id="Rc8e87bef14e04446" /><Relationship Type="http://schemas.openxmlformats.org/officeDocument/2006/relationships/slideLayout" Target="/ppt/slideLayouts/slideLayout2.xml" Id="R1dd1fb60fcd54d7f" /><Relationship Type="http://schemas.openxmlformats.org/officeDocument/2006/relationships/slideLayout" Target="/ppt/slideLayouts/slideLayout3.xml" Id="R944b97a4bd50442b" /><Relationship Type="http://schemas.openxmlformats.org/officeDocument/2006/relationships/slideLayout" Target="/ppt/slideLayouts/slideLayout4.xml" Id="R9ff62a80636e4408" /><Relationship Type="http://schemas.openxmlformats.org/officeDocument/2006/relationships/slideLayout" Target="/ppt/slideLayouts/slideLayout5.xml" Id="R459cefa0cf424fa4" /><Relationship Type="http://schemas.openxmlformats.org/officeDocument/2006/relationships/slideLayout" Target="/ppt/slideLayouts/slideLayout6.xml" Id="Rf43d4a5d423f40da" /><Relationship Type="http://schemas.openxmlformats.org/officeDocument/2006/relationships/slideLayout" Target="/ppt/slideLayouts/slideLayout7.xml" Id="Re4bd655b2eb04f06" /><Relationship Type="http://schemas.openxmlformats.org/officeDocument/2006/relationships/slideLayout" Target="/ppt/slideLayouts/slideLayout8.xml" Id="R1c6bb60be5a4410d" /><Relationship Type="http://schemas.openxmlformats.org/officeDocument/2006/relationships/slideLayout" Target="/ppt/slideLayouts/slideLayout9.xml" Id="R948602fa49ba48cb" /><Relationship Type="http://schemas.openxmlformats.org/officeDocument/2006/relationships/slideLayout" Target="/ppt/slideLayouts/slideLayout10.xml" Id="Ref745d5f9c054070" /><Relationship Type="http://schemas.openxmlformats.org/officeDocument/2006/relationships/slideLayout" Target="/ppt/slideLayouts/slideLayout11.xml" Id="R9f99e8d1ff8a48be" /><Relationship Type="http://schemas.openxmlformats.org/officeDocument/2006/relationships/slideLayout" Target="/ppt/slideLayouts/slideLayout12.xml" Id="Recb6f594ec9041b7" /></Relationships>
</file>

<file path=ppt/slideMasters/_rels/slideMaster2.xml.rels>&#65279;<?xml version="1.0" encoding="utf-8"?><Relationships xmlns="http://schemas.openxmlformats.org/package/2006/relationships"><Relationship Type="http://schemas.openxmlformats.org/officeDocument/2006/relationships/image" Target="/ppt/media/image.png" Id="Rec43b96167564a3e" /><Relationship Type="http://schemas.openxmlformats.org/officeDocument/2006/relationships/theme" Target="/ppt/slideMasters/theme/theme3.xml" Id="R5ee495e1aea84870" /><Relationship Type="http://schemas.openxmlformats.org/officeDocument/2006/relationships/slideLayout" Target="/ppt/slideLayouts/slideLayout13.xml" Id="Rf3593f2786df4e03" /><Relationship Type="http://schemas.openxmlformats.org/officeDocument/2006/relationships/slideLayout" Target="/ppt/slideLayouts/slideLayout14.xml" Id="R448606c0aa1345d6" /><Relationship Type="http://schemas.openxmlformats.org/officeDocument/2006/relationships/slideLayout" Target="/ppt/slideLayouts/slideLayout15.xml" Id="Rfbb302cfa1d34ac2" /><Relationship Type="http://schemas.openxmlformats.org/officeDocument/2006/relationships/slideLayout" Target="/ppt/slideLayouts/slideLayout16.xml" Id="Ra887863406da425b" /><Relationship Type="http://schemas.openxmlformats.org/officeDocument/2006/relationships/slideLayout" Target="/ppt/slideLayouts/slideLayout17.xml" Id="Red8463f546fb41ec" /><Relationship Type="http://schemas.openxmlformats.org/officeDocument/2006/relationships/slideLayout" Target="/ppt/slideLayouts/slideLayout18.xml" Id="Rf575bbdca0ff4bd2" /><Relationship Type="http://schemas.openxmlformats.org/officeDocument/2006/relationships/slideLayout" Target="/ppt/slideLayouts/slideLayout19.xml" Id="Rfcf86cb8baae4553" /><Relationship Type="http://schemas.openxmlformats.org/officeDocument/2006/relationships/slideLayout" Target="/ppt/slideLayouts/slideLayout20.xml" Id="R29194a8623f84278" /><Relationship Type="http://schemas.openxmlformats.org/officeDocument/2006/relationships/slideLayout" Target="/ppt/slideLayouts/slideLayout21.xml" Id="Rc59a62281f704fad" /><Relationship Type="http://schemas.openxmlformats.org/officeDocument/2006/relationships/slideLayout" Target="/ppt/slideLayouts/slideLayout22.xml" Id="R7971fd00bd5447f2" /><Relationship Type="http://schemas.openxmlformats.org/officeDocument/2006/relationships/slideLayout" Target="/ppt/slideLayouts/slideLayout23.xml" Id="R28669d8b600242f3" /></Relationships>
</file>

<file path=ppt/slideMasters/_rels/slideMaster3.xml.rels>&#65279;<?xml version="1.0" encoding="utf-8"?><Relationships xmlns="http://schemas.openxmlformats.org/package/2006/relationships"><Relationship Type="http://schemas.openxmlformats.org/officeDocument/2006/relationships/image" Target="/ppt/media/image.png" Id="R5fe218b47a9a4c29" /><Relationship Type="http://schemas.openxmlformats.org/officeDocument/2006/relationships/theme" Target="/ppt/slideMasters/theme/theme4.xml" Id="Rf5bdec7730564567" /><Relationship Type="http://schemas.openxmlformats.org/officeDocument/2006/relationships/slideLayout" Target="/ppt/slideLayouts/slideLayout24.xml" Id="R006636c7f58541cb" /><Relationship Type="http://schemas.openxmlformats.org/officeDocument/2006/relationships/slideLayout" Target="/ppt/slideLayouts/slideLayout25.xml" Id="R575a50402b94412a" /><Relationship Type="http://schemas.openxmlformats.org/officeDocument/2006/relationships/slideLayout" Target="/ppt/slideLayouts/slideLayout26.xml" Id="R511d4e0013a94a8b" /><Relationship Type="http://schemas.openxmlformats.org/officeDocument/2006/relationships/slideLayout" Target="/ppt/slideLayouts/slideLayout27.xml" Id="Ra8d1e4ac53f340e5" /><Relationship Type="http://schemas.openxmlformats.org/officeDocument/2006/relationships/slideLayout" Target="/ppt/slideLayouts/slideLayout28.xml" Id="R2ca56cd9844349ca" /><Relationship Type="http://schemas.openxmlformats.org/officeDocument/2006/relationships/slideLayout" Target="/ppt/slideLayouts/slideLayout29.xml" Id="Rd77b069ca13b49e3" /><Relationship Type="http://schemas.openxmlformats.org/officeDocument/2006/relationships/slideLayout" Target="/ppt/slideLayouts/slideLayout30.xml" Id="R76770ebe99544e63" /><Relationship Type="http://schemas.openxmlformats.org/officeDocument/2006/relationships/slideLayout" Target="/ppt/slideLayouts/slideLayout31.xml" Id="R1158a0c2556442c5" /><Relationship Type="http://schemas.openxmlformats.org/officeDocument/2006/relationships/slideLayout" Target="/ppt/slideLayouts/slideLayout32.xml" Id="R01520518f6284865" /><Relationship Type="http://schemas.openxmlformats.org/officeDocument/2006/relationships/slideLayout" Target="/ppt/slideLayouts/slideLayout33.xml" Id="Rc57105d44eef4c23" /><Relationship Type="http://schemas.openxmlformats.org/officeDocument/2006/relationships/slideLayout" Target="/ppt/slideLayouts/slideLayout34.xml" Id="Rb08b88e0a6b34eb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FFFDD73F-8835-4293-9CA4-50A88E1AD2E7}"/>
              </a:ext>
            </a:extLst>
          </p:cNvPr>
          <p:cNvSpPr>
            <a:spLocks xmlns:a="http://schemas.openxmlformats.org/drawingml/2006/main" noGrp="1"/>
          </p:cNvSpPr>
          <p:nvPr/>
        </p:nvSpPr>
        <p:spPr>
          <a:xfrm xmlns:a="http://schemas.openxmlformats.org/drawingml/2006/main">
            <a:off x="0" y="0"/>
            <a:ext cx="16933"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1" name="Google Shape;11;p1">
            <a:extLst xmlns:a="http://schemas.openxmlformats.org/drawingml/2006/main">
              <a:ext uri="{FF2B5EF4-FFF2-40B4-BE49-F238E27FC236}">
                <a16:creationId xmlns:a16="http://schemas.microsoft.com/office/drawing/2014/main" id="{72737DC5-E738-46EF-A7FF-256BA761AFFE}"/>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2" name="Google Shape;12;p1">
            <a:extLst xmlns:a="http://schemas.openxmlformats.org/drawingml/2006/main">
              <a:ext uri="{FF2B5EF4-FFF2-40B4-BE49-F238E27FC236}">
                <a16:creationId xmlns:a16="http://schemas.microsoft.com/office/drawing/2014/main" id="{B44A3FA8-B8A5-46C1-A926-6B829FE0B952}"/>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70000" bIns="45700" anchor="t">
            <a:noAutofit/>
          </a:bodyPr>
          <a:lstStyle xmlns:a="http://schemas.openxmlformats.org/drawingml/2006/main">
            <a:lvl1pPr marL="457200" marR="0" indent="-387350" algn="l">
              <a:spcBef>
                <a:spcPts val="500"/>
              </a:spcBef>
              <a:spcAft>
                <a:spcPts val="0"/>
              </a:spcAft>
              <a:buClr>
                <a:schemeClr val="dk1"/>
              </a:buClr>
              <a:buSzPts val="2500"/>
              <a:buChar char="›"/>
              <a:defRPr sz="2500" i="0" u="none" cap="none">
                <a:solidFill>
                  <a:schemeClr val="dk1"/>
                </a:solidFill>
              </a:defRPr>
            </a:lvl1pPr>
            <a:lvl2pPr marL="914400" marR="0" indent="-307975" algn="l">
              <a:spcBef>
                <a:spcPts val="500"/>
              </a:spcBef>
              <a:spcAft>
                <a:spcPts val="0"/>
              </a:spcAft>
              <a:buClr>
                <a:schemeClr val="dk1"/>
              </a:buClr>
              <a:buSzPts val="1250"/>
              <a:buChar char="▪"/>
              <a:defRPr sz="2500" i="0" u="none" cap="none">
                <a:solidFill>
                  <a:schemeClr val="dk1"/>
                </a:solidFill>
              </a:defRPr>
            </a:lvl2pPr>
            <a:lvl3pPr marL="1371600" marR="0" indent="-363538" algn="l">
              <a:spcBef>
                <a:spcPts val="500"/>
              </a:spcBef>
              <a:spcAft>
                <a:spcPts val="0"/>
              </a:spcAft>
              <a:buClr>
                <a:schemeClr val="dk1"/>
              </a:buClr>
              <a:buSzPts val="2125"/>
              <a:buChar char="-"/>
              <a:defRPr sz="2500" i="0" u="none" cap="none">
                <a:solidFill>
                  <a:schemeClr val="dk1"/>
                </a:solidFill>
              </a:defRPr>
            </a:lvl3pPr>
            <a:lvl4pPr marL="1828800" marR="0" indent="-387350" algn="l">
              <a:spcBef>
                <a:spcPts val="500"/>
              </a:spcBef>
              <a:spcAft>
                <a:spcPts val="0"/>
              </a:spcAft>
              <a:buClr>
                <a:schemeClr val="dk1"/>
              </a:buClr>
              <a:buSzPts val="2500"/>
              <a:buChar char="-"/>
              <a:defRPr sz="2500" i="0" u="none" cap="none">
                <a:solidFill>
                  <a:schemeClr val="dk1"/>
                </a:solidFill>
              </a:defRPr>
            </a:lvl4pPr>
            <a:lvl5pPr marL="2286000" marR="0" indent="-387350" algn="l">
              <a:spcBef>
                <a:spcPts val="500"/>
              </a:spcBef>
              <a:spcAft>
                <a:spcPts val="0"/>
              </a:spcAft>
              <a:buClr>
                <a:schemeClr val="dk1"/>
              </a:buClr>
              <a:buSzPts val="2500"/>
              <a:buChar char="-"/>
              <a:defRPr sz="2500" i="0" u="none" cap="none">
                <a:solidFill>
                  <a:schemeClr val="dk1"/>
                </a:solidFill>
              </a:defRPr>
            </a:lvl5pPr>
            <a:lvl6pPr marL="2743200" marR="0" indent="-387350" algn="l">
              <a:spcBef>
                <a:spcPts val="500"/>
              </a:spcBef>
              <a:spcAft>
                <a:spcPts val="0"/>
              </a:spcAft>
              <a:buClr>
                <a:schemeClr val="dk1"/>
              </a:buClr>
              <a:buSzPts val="2500"/>
              <a:buChar char="-"/>
              <a:defRPr sz="2500" i="0" u="none" cap="none">
                <a:solidFill>
                  <a:schemeClr val="dk1"/>
                </a:solidFill>
              </a:defRPr>
            </a:lvl6pPr>
            <a:lvl7pPr marL="3200400" marR="0" indent="-387350" algn="l">
              <a:spcBef>
                <a:spcPts val="500"/>
              </a:spcBef>
              <a:spcAft>
                <a:spcPts val="0"/>
              </a:spcAft>
              <a:buClr>
                <a:schemeClr val="dk1"/>
              </a:buClr>
              <a:buSzPts val="2500"/>
              <a:buChar char="-"/>
              <a:defRPr sz="2500" i="0" u="none" cap="none">
                <a:solidFill>
                  <a:schemeClr val="dk1"/>
                </a:solidFill>
              </a:defRPr>
            </a:lvl7pPr>
            <a:lvl8pPr marL="3657600" marR="0" indent="-387350" algn="l">
              <a:spcBef>
                <a:spcPts val="500"/>
              </a:spcBef>
              <a:spcAft>
                <a:spcPts val="0"/>
              </a:spcAft>
              <a:buClr>
                <a:schemeClr val="dk1"/>
              </a:buClr>
              <a:buSzPts val="2500"/>
              <a:buChar char="-"/>
              <a:defRPr sz="2500" i="0" u="none" cap="none">
                <a:solidFill>
                  <a:schemeClr val="dk1"/>
                </a:solidFill>
              </a:defRPr>
            </a:lvl8pPr>
            <a:lvl9pPr marL="4114800" marR="0" indent="-387350" algn="l">
              <a:spcBef>
                <a:spcPts val="500"/>
              </a:spcBef>
              <a:spcAft>
                <a:spcPts val="0"/>
              </a:spcAft>
              <a:buClr>
                <a:schemeClr val="dk1"/>
              </a:buClr>
              <a:buSzPts val="2500"/>
              <a:buChar char="-"/>
              <a:defRPr sz="2500" i="0" u="none" cap="none">
                <a:solidFill>
                  <a:schemeClr val="dk1"/>
                </a:solidFill>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D0AE16F1-8701-4CCF-B919-4C128E3C58AB}"/>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6800" rIns="270000" bIns="46800" anchor="ctr">
            <a:noAutofit/>
          </a:bodyPr>
          <a:lstStyle xmlns:a="http://schemas.openxmlformats.org/drawingml/2006/main">
            <a:lvl1pPr marR="0" algn="l">
              <a:spcBef>
                <a:spcPts val="0"/>
              </a:spcBef>
              <a:spcAft>
                <a:spcPts val="0"/>
              </a:spcAft>
              <a:buSzPts val="1400"/>
              <a:buNone/>
              <a:defRPr sz="4200" i="0" u="none" cap="none">
                <a:solidFill>
                  <a:schemeClr val="dk1"/>
                </a:solidFill>
              </a:defRPr>
            </a:lvl1pPr>
            <a:lvl2pPr marR="0" algn="l">
              <a:spcBef>
                <a:spcPts val="0"/>
              </a:spcBef>
              <a:spcAft>
                <a:spcPts val="0"/>
              </a:spcAft>
              <a:buSzPts val="1400"/>
              <a:buNone/>
              <a:defRPr sz="4200" b="0" i="0" u="none" cap="none">
                <a:solidFill>
                  <a:schemeClr val="dk1"/>
                </a:solidFill>
                <a:latin typeface="Verdana"/>
                <a:ea typeface="Verdana"/>
                <a:cs typeface="Verdana"/>
              </a:defRPr>
            </a:lvl2pPr>
            <a:lvl3pPr marR="0" algn="l">
              <a:spcBef>
                <a:spcPts val="0"/>
              </a:spcBef>
              <a:spcAft>
                <a:spcPts val="0"/>
              </a:spcAft>
              <a:buSzPts val="1400"/>
              <a:buNone/>
              <a:defRPr sz="4200" b="0" i="0" u="none" cap="none">
                <a:solidFill>
                  <a:schemeClr val="dk1"/>
                </a:solidFill>
                <a:latin typeface="Verdana"/>
                <a:ea typeface="Verdana"/>
                <a:cs typeface="Verdana"/>
              </a:defRPr>
            </a:lvl3pPr>
            <a:lvl4pPr marR="0" algn="l">
              <a:spcBef>
                <a:spcPts val="0"/>
              </a:spcBef>
              <a:spcAft>
                <a:spcPts val="0"/>
              </a:spcAft>
              <a:buSzPts val="1400"/>
              <a:buNone/>
              <a:defRPr sz="4200" b="0" i="0" u="none" cap="none">
                <a:solidFill>
                  <a:schemeClr val="dk1"/>
                </a:solidFill>
                <a:latin typeface="Verdana"/>
                <a:ea typeface="Verdana"/>
                <a:cs typeface="Verdana"/>
              </a:defRPr>
            </a:lvl4pPr>
            <a:lvl5pPr marR="0" algn="l">
              <a:spcBef>
                <a:spcPts val="0"/>
              </a:spcBef>
              <a:spcAft>
                <a:spcPts val="0"/>
              </a:spcAft>
              <a:buSzPts val="1400"/>
              <a:buNone/>
              <a:defRPr sz="4200" b="0" i="0" u="none" cap="none">
                <a:solidFill>
                  <a:schemeClr val="dk1"/>
                </a:solidFill>
                <a:latin typeface="Verdana"/>
                <a:ea typeface="Verdana"/>
                <a:cs typeface="Verdana"/>
              </a:defRPr>
            </a:lvl5pPr>
            <a:lvl6pPr marR="0" algn="l">
              <a:spcBef>
                <a:spcPts val="0"/>
              </a:spcBef>
              <a:spcAft>
                <a:spcPts val="0"/>
              </a:spcAft>
              <a:buSzPts val="1400"/>
              <a:buNone/>
              <a:defRPr sz="4200" b="0" i="0" u="none" cap="none">
                <a:solidFill>
                  <a:schemeClr val="dk1"/>
                </a:solidFill>
                <a:latin typeface="Verdana"/>
                <a:ea typeface="Verdana"/>
                <a:cs typeface="Verdana"/>
              </a:defRPr>
            </a:lvl6pPr>
            <a:lvl7pPr marR="0" algn="l">
              <a:spcBef>
                <a:spcPts val="0"/>
              </a:spcBef>
              <a:spcAft>
                <a:spcPts val="0"/>
              </a:spcAft>
              <a:buSzPts val="1400"/>
              <a:buNone/>
              <a:defRPr sz="4200" b="0" i="0" u="none" cap="none">
                <a:solidFill>
                  <a:schemeClr val="dk1"/>
                </a:solidFill>
                <a:latin typeface="Verdana"/>
                <a:ea typeface="Verdana"/>
                <a:cs typeface="Verdana"/>
              </a:defRPr>
            </a:lvl7pPr>
            <a:lvl8pPr marR="0" algn="l">
              <a:spcBef>
                <a:spcPts val="0"/>
              </a:spcBef>
              <a:spcAft>
                <a:spcPts val="0"/>
              </a:spcAft>
              <a:buSzPts val="1400"/>
              <a:buNone/>
              <a:defRPr sz="4200" b="0" i="0" u="none" cap="none">
                <a:solidFill>
                  <a:schemeClr val="dk1"/>
                </a:solidFill>
                <a:latin typeface="Verdana"/>
                <a:ea typeface="Verdana"/>
                <a:cs typeface="Verdana"/>
              </a:defRPr>
            </a:lvl8pPr>
            <a:lvl9pPr marR="0" algn="l">
              <a:spcBef>
                <a:spcPts val="0"/>
              </a:spcBef>
              <a:spcAft>
                <a:spcPts val="0"/>
              </a:spcAft>
              <a:buSzPts val="1400"/>
              <a:buNone/>
              <a:defRPr sz="4200" b="0" i="0" u="none" cap="none">
                <a:solidFill>
                  <a:schemeClr val="dk1"/>
                </a:solidFill>
                <a:latin typeface="Verdana"/>
                <a:ea typeface="Verdana"/>
                <a:cs typeface="Verdana"/>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082B8914-6F1E-4478-9424-D4BE3692A874}"/>
              </a:ext>
            </a:extLst>
          </p:cNvPr>
          <p:cNvSpPr>
            <a:spLocks xmlns:a="http://schemas.openxmlformats.org/drawingml/2006/main" noGrp="1"/>
          </p:cNvSpPr>
          <p:nvPr/>
        </p:nvSpPr>
        <p:spPr>
          <a:xfrm xmlns:a="http://schemas.openxmlformats.org/drawingml/2006/main">
            <a:off x="-1" y="1016000"/>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5" name="Google Shape;15;p1">
            <a:extLst xmlns:a="http://schemas.openxmlformats.org/drawingml/2006/main">
              <a:ext uri="{FF2B5EF4-FFF2-40B4-BE49-F238E27FC236}">
                <a16:creationId xmlns:a16="http://schemas.microsoft.com/office/drawing/2014/main" id="{C1E72E86-472C-4AFC-B5C6-DA41F0FAB4A8}"/>
              </a:ext>
            </a:extLst>
          </p:cNvPr>
          <p:cNvSpPr>
            <a:spLocks xmlns:a="http://schemas.openxmlformats.org/drawingml/2006/main" noGrp="1"/>
          </p:cNvSpPr>
          <p:nvPr/>
        </p:nvSpPr>
        <p:spPr>
          <a:xfrm xmlns:a="http://schemas.openxmlformats.org/drawingml/2006/main">
            <a:off x="10714567" y="1069340"/>
            <a:ext cx="254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900" b="0" i="0" u="none" cap="none">
                <a:solidFill>
                  <a:srgbClr val="FFFFFF"/>
                </a:solidFill>
                <a:latin typeface="Arial"/>
                <a:ea typeface="Arial"/>
                <a:cs typeface="Arial"/>
              </a:rPr>
              <a:t>‹#›</a:t>
            </a:fld>
          </a:p>
        </p:txBody>
      </p:sp>
      <p:sp>
        <p:nvSpPr>
          <p:cNvPr id="16" name="Google Shape;16;p1">
            <a:extLst xmlns:a="http://schemas.openxmlformats.org/drawingml/2006/main">
              <a:ext uri="{FF2B5EF4-FFF2-40B4-BE49-F238E27FC236}">
                <a16:creationId xmlns:a16="http://schemas.microsoft.com/office/drawing/2014/main" id="{FAF50EA2-DA35-4712-8375-4126FD7337F3}"/>
              </a:ext>
            </a:extLst>
          </p:cNvPr>
          <p:cNvSpPr>
            <a:spLocks xmlns:a="http://schemas.openxmlformats.org/drawingml/2006/main" noGrp="1"/>
          </p:cNvSpPr>
          <p:nvPr/>
        </p:nvSpPr>
        <p:spPr>
          <a:xfrm xmlns:a="http://schemas.openxmlformats.org/drawingml/2006/main">
            <a:off x="10663767" y="1069340"/>
            <a:ext cx="529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0" b="0" i="0" u="none" cap="none">
                <a:solidFill>
                  <a:srgbClr val="FFFFFF"/>
                </a:solidFill>
                <a:latin typeface="Verdana"/>
                <a:ea typeface="Verdana"/>
                <a:cs typeface="Verdana"/>
              </a:rPr>
              <a:t>|</a:t>
            </a:r>
          </a:p>
        </p:txBody>
      </p:sp>
      <p:pic>
        <p:nvPicPr>
          <p:cNvPr id="29" name="Google Shape;17;p1"/>
          <p:cNvPicPr>
            <a:picLocks xmlns:a="http://schemas.openxmlformats.org/drawingml/2006/main" noChangeAspect="1"/>
          </p:cNvPicPr>
          <p:nvPr/>
        </p:nvPicPr>
        <p:blipFill rotWithShape="1">
          <a:blip xmlns:r="http://schemas.openxmlformats.org/officeDocument/2006/relationships" xmlns:a="http://schemas.openxmlformats.org/drawingml/2006/main" r:embed="Rb242d47b4ddc4f3b">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18" name="Google Shape;18;p1">
            <a:extLst xmlns:a="http://schemas.openxmlformats.org/drawingml/2006/main">
              <a:ext uri="{FF2B5EF4-FFF2-40B4-BE49-F238E27FC236}">
                <a16:creationId xmlns:a16="http://schemas.microsoft.com/office/drawing/2014/main" id="{8C98DF7A-3242-46B5-9B9D-BA43BCCE6F74}"/>
              </a:ext>
            </a:extLst>
          </p:cNvPr>
          <p:cNvSpPr>
            <a:spLocks xmlns:a="http://schemas.openxmlformats.org/drawingml/2006/main" noGrp="1"/>
          </p:cNvSpPr>
          <p:nvPr/>
        </p:nvSpPr>
        <p:spPr>
          <a:xfrm xmlns:a="http://schemas.openxmlformats.org/drawingml/2006/main">
            <a:off x="3687764" y="339725"/>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9" name="Google Shape;19;p1">
            <a:extLst xmlns:a="http://schemas.openxmlformats.org/drawingml/2006/main">
              <a:ext uri="{FF2B5EF4-FFF2-40B4-BE49-F238E27FC236}">
                <a16:creationId xmlns:a16="http://schemas.microsoft.com/office/drawing/2014/main" id="{16C51476-8F5E-4342-8539-13F718F33507}"/>
              </a:ext>
            </a:extLst>
          </p:cNvPr>
          <p:cNvSpPr>
            <a:spLocks xmlns:a="http://schemas.openxmlformats.org/drawingml/2006/main" noGrp="1"/>
          </p:cNvSpPr>
          <p:nvPr/>
        </p:nvSpPr>
        <p:spPr>
          <a:xfrm xmlns:a="http://schemas.openxmlformats.org/drawingml/2006/main">
            <a:off x="5811838" y="341313"/>
            <a:ext cx="2400300" cy="4175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20" name="Google Shape;20;p1">
            <a:extLst xmlns:a="http://schemas.openxmlformats.org/drawingml/2006/main">
              <a:ext uri="{FF2B5EF4-FFF2-40B4-BE49-F238E27FC236}">
                <a16:creationId xmlns:a16="http://schemas.microsoft.com/office/drawing/2014/main" id="{2C459CBF-579C-42CF-A150-8128919865AD}"/>
              </a:ext>
            </a:extLst>
          </p:cNvPr>
          <p:cNvSpPr>
            <a:spLocks xmlns:a="http://schemas.openxmlformats.org/drawingml/2006/main" noGrp="1"/>
          </p:cNvSpPr>
          <p:nvPr/>
        </p:nvSpPr>
        <p:spPr>
          <a:xfrm xmlns:a="http://schemas.openxmlformats.org/drawingml/2006/main">
            <a:off x="9838267" y="1069340"/>
            <a:ext cx="762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a:solidFill>
                  <a:srgbClr val="FFFFFF"/>
                </a:solidFill>
                <a:latin typeface="Verdana"/>
                <a:ea typeface="Verdana"/>
                <a:cs typeface="Verdana"/>
              </a:rPr>
              <a:t> </a:t>
            </a: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8e87bef14e04446"/>
    <p:sldLayoutId xmlns:r="http://schemas.openxmlformats.org/officeDocument/2006/relationships" id="2147483650" r:id="R1dd1fb60fcd54d7f"/>
    <p:sldLayoutId xmlns:r="http://schemas.openxmlformats.org/officeDocument/2006/relationships" id="2147483651" r:id="R944b97a4bd50442b"/>
    <p:sldLayoutId xmlns:r="http://schemas.openxmlformats.org/officeDocument/2006/relationships" id="2147483652" r:id="R9ff62a80636e4408"/>
    <p:sldLayoutId xmlns:r="http://schemas.openxmlformats.org/officeDocument/2006/relationships" id="2147483653" r:id="R459cefa0cf424fa4"/>
    <p:sldLayoutId xmlns:r="http://schemas.openxmlformats.org/officeDocument/2006/relationships" id="2147483654" r:id="Rf43d4a5d423f40da"/>
    <p:sldLayoutId xmlns:r="http://schemas.openxmlformats.org/officeDocument/2006/relationships" id="2147483655" r:id="Re4bd655b2eb04f06"/>
    <p:sldLayoutId xmlns:r="http://schemas.openxmlformats.org/officeDocument/2006/relationships" id="2147483656" r:id="R1c6bb60be5a4410d"/>
    <p:sldLayoutId xmlns:r="http://schemas.openxmlformats.org/officeDocument/2006/relationships" id="2147483657" r:id="R948602fa49ba48cb"/>
    <p:sldLayoutId xmlns:r="http://schemas.openxmlformats.org/officeDocument/2006/relationships" id="2147483658" r:id="Ref745d5f9c054070"/>
    <p:sldLayoutId xmlns:r="http://schemas.openxmlformats.org/officeDocument/2006/relationships" id="2147483659" r:id="R9f99e8d1ff8a48be"/>
    <p:sldLayoutId xmlns:r="http://schemas.openxmlformats.org/officeDocument/2006/relationships" id="2147483660" r:id="Recb6f594ec9041b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71" name="Google Shape;71;p14">
            <a:extLst xmlns:a="http://schemas.openxmlformats.org/drawingml/2006/main">
              <a:ext uri="{FF2B5EF4-FFF2-40B4-BE49-F238E27FC236}">
                <a16:creationId xmlns:a16="http://schemas.microsoft.com/office/drawing/2014/main" id="{32BA2848-53CC-4C60-8499-50CAA2128967}"/>
              </a:ext>
            </a:extLst>
          </p:cNvPr>
          <p:cNvSpPr>
            <a:spLocks xmlns:a="http://schemas.openxmlformats.org/drawingml/2006/main" noGrp="1"/>
          </p:cNvSpPr>
          <p:nvPr/>
        </p:nvSpPr>
        <p:spPr>
          <a:xfrm xmlns:a="http://schemas.openxmlformats.org/drawingml/2006/main">
            <a:off x="0" y="0"/>
            <a:ext cx="16933"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72" name="Google Shape;72;p14">
            <a:extLst xmlns:a="http://schemas.openxmlformats.org/drawingml/2006/main">
              <a:ext uri="{FF2B5EF4-FFF2-40B4-BE49-F238E27FC236}">
                <a16:creationId xmlns:a16="http://schemas.microsoft.com/office/drawing/2014/main" id="{FF6B6572-6CBD-4779-8332-1B38224D673F}"/>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73" name="Google Shape;73;p14">
            <a:extLst xmlns:a="http://schemas.openxmlformats.org/drawingml/2006/main">
              <a:ext uri="{FF2B5EF4-FFF2-40B4-BE49-F238E27FC236}">
                <a16:creationId xmlns:a16="http://schemas.microsoft.com/office/drawing/2014/main" id="{A880EA8A-883D-4CD5-A3E1-131EC85841C1}"/>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marR="0" indent="-387350" algn="l">
              <a:spcBef>
                <a:spcPts val="500"/>
              </a:spcBef>
              <a:spcAft>
                <a:spcPts val="0"/>
              </a:spcAft>
              <a:buClr>
                <a:schemeClr val="dk1"/>
              </a:buClr>
              <a:buSzPts val="2500"/>
              <a:buFont typeface="Verdana"/>
              <a:buChar char="›"/>
              <a:defRPr sz="2500" b="0" i="0" u="none" cap="none">
                <a:solidFill>
                  <a:schemeClr val="dk1"/>
                </a:solidFill>
                <a:latin typeface="Verdana"/>
                <a:ea typeface="Verdana"/>
                <a:cs typeface="Verdana"/>
              </a:defRPr>
            </a:lvl1pPr>
            <a:lvl2pPr marL="914400" marR="0" indent="-307975" algn="l">
              <a:spcBef>
                <a:spcPts val="500"/>
              </a:spcBef>
              <a:spcAft>
                <a:spcPts val="0"/>
              </a:spcAft>
              <a:buClr>
                <a:schemeClr val="dk1"/>
              </a:buClr>
              <a:buSzPts val="1250"/>
              <a:buFont typeface="Noto Sans Symbols"/>
              <a:buChar char="▪"/>
              <a:defRPr sz="2500" b="0" i="0" u="none" cap="none">
                <a:solidFill>
                  <a:schemeClr val="dk1"/>
                </a:solidFill>
                <a:latin typeface="Verdana"/>
                <a:ea typeface="Verdana"/>
                <a:cs typeface="Verdana"/>
              </a:defRPr>
            </a:lvl2pPr>
            <a:lvl3pPr marL="13716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3pPr>
            <a:lvl4pPr marL="18288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4pPr>
            <a:lvl5pPr marL="22860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5pPr>
            <a:lvl6pPr marL="27432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6pPr>
            <a:lvl7pPr marL="32004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7pPr>
            <a:lvl8pPr marL="36576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8pPr>
            <a:lvl9pPr marL="41148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9pPr>
          </a:lstStyle>
          <a:p xmlns:a="http://schemas.openxmlformats.org/drawingml/2006/main"/>
        </p:txBody>
      </p:sp>
      <p:sp>
        <p:nvSpPr>
          <p:cNvPr id="74" name="Google Shape;74;p14">
            <a:extLst xmlns:a="http://schemas.openxmlformats.org/drawingml/2006/main">
              <a:ext uri="{FF2B5EF4-FFF2-40B4-BE49-F238E27FC236}">
                <a16:creationId xmlns:a16="http://schemas.microsoft.com/office/drawing/2014/main" id="{557FB4A4-4FAF-4DFA-8BE5-527EE01D12A1}"/>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marR="0" algn="l">
              <a:spcBef>
                <a:spcPts val="0"/>
              </a:spcBef>
              <a:spcAft>
                <a:spcPts val="0"/>
              </a:spcAft>
              <a:buSzPts val="1400"/>
              <a:buNone/>
              <a:defRPr sz="4200" b="0" i="0" u="none" cap="none">
                <a:solidFill>
                  <a:schemeClr val="dk2"/>
                </a:solidFill>
                <a:latin typeface="Verdana"/>
                <a:ea typeface="Verdana"/>
                <a:cs typeface="Verdana"/>
              </a:defRPr>
            </a:lvl1pPr>
            <a:lvl2pPr marR="0" algn="l">
              <a:spcBef>
                <a:spcPts val="0"/>
              </a:spcBef>
              <a:spcAft>
                <a:spcPts val="0"/>
              </a:spcAft>
              <a:buSzPts val="1400"/>
              <a:buNone/>
              <a:defRPr sz="4200" b="0" i="0" u="none" cap="none">
                <a:solidFill>
                  <a:schemeClr val="dk2"/>
                </a:solidFill>
                <a:latin typeface="Verdana"/>
                <a:ea typeface="Verdana"/>
                <a:cs typeface="Verdana"/>
              </a:defRPr>
            </a:lvl2pPr>
            <a:lvl3pPr marR="0" algn="l">
              <a:spcBef>
                <a:spcPts val="0"/>
              </a:spcBef>
              <a:spcAft>
                <a:spcPts val="0"/>
              </a:spcAft>
              <a:buSzPts val="1400"/>
              <a:buNone/>
              <a:defRPr sz="4200" b="0" i="0" u="none" cap="none">
                <a:solidFill>
                  <a:schemeClr val="dk2"/>
                </a:solidFill>
                <a:latin typeface="Verdana"/>
                <a:ea typeface="Verdana"/>
                <a:cs typeface="Verdana"/>
              </a:defRPr>
            </a:lvl3pPr>
            <a:lvl4pPr marR="0" algn="l">
              <a:spcBef>
                <a:spcPts val="0"/>
              </a:spcBef>
              <a:spcAft>
                <a:spcPts val="0"/>
              </a:spcAft>
              <a:buSzPts val="1400"/>
              <a:buNone/>
              <a:defRPr sz="4200" b="0" i="0" u="none" cap="none">
                <a:solidFill>
                  <a:schemeClr val="dk2"/>
                </a:solidFill>
                <a:latin typeface="Verdana"/>
                <a:ea typeface="Verdana"/>
                <a:cs typeface="Verdana"/>
              </a:defRPr>
            </a:lvl4pPr>
            <a:lvl5pPr marR="0" algn="l">
              <a:spcBef>
                <a:spcPts val="0"/>
              </a:spcBef>
              <a:spcAft>
                <a:spcPts val="0"/>
              </a:spcAft>
              <a:buSzPts val="1400"/>
              <a:buNone/>
              <a:defRPr sz="4200" b="0" i="0" u="none" cap="none">
                <a:solidFill>
                  <a:schemeClr val="dk2"/>
                </a:solidFill>
                <a:latin typeface="Verdana"/>
                <a:ea typeface="Verdana"/>
                <a:cs typeface="Verdana"/>
              </a:defRPr>
            </a:lvl5pPr>
            <a:lvl6pPr marR="0" algn="l">
              <a:spcBef>
                <a:spcPts val="0"/>
              </a:spcBef>
              <a:spcAft>
                <a:spcPts val="0"/>
              </a:spcAft>
              <a:buSzPts val="1400"/>
              <a:buNone/>
              <a:defRPr sz="4200" b="0" i="0" u="none" cap="none">
                <a:solidFill>
                  <a:schemeClr val="dk2"/>
                </a:solidFill>
                <a:latin typeface="Verdana"/>
                <a:ea typeface="Verdana"/>
                <a:cs typeface="Verdana"/>
              </a:defRPr>
            </a:lvl6pPr>
            <a:lvl7pPr marR="0" algn="l">
              <a:spcBef>
                <a:spcPts val="0"/>
              </a:spcBef>
              <a:spcAft>
                <a:spcPts val="0"/>
              </a:spcAft>
              <a:buSzPts val="1400"/>
              <a:buNone/>
              <a:defRPr sz="4200" b="0" i="0" u="none" cap="none">
                <a:solidFill>
                  <a:schemeClr val="dk2"/>
                </a:solidFill>
                <a:latin typeface="Verdana"/>
                <a:ea typeface="Verdana"/>
                <a:cs typeface="Verdana"/>
              </a:defRPr>
            </a:lvl7pPr>
            <a:lvl8pPr marR="0" algn="l">
              <a:spcBef>
                <a:spcPts val="0"/>
              </a:spcBef>
              <a:spcAft>
                <a:spcPts val="0"/>
              </a:spcAft>
              <a:buSzPts val="1400"/>
              <a:buNone/>
              <a:defRPr sz="4200" b="0" i="0" u="none" cap="none">
                <a:solidFill>
                  <a:schemeClr val="dk2"/>
                </a:solidFill>
                <a:latin typeface="Verdana"/>
                <a:ea typeface="Verdana"/>
                <a:cs typeface="Verdana"/>
              </a:defRPr>
            </a:lvl8pPr>
            <a:lvl9pPr marR="0" algn="l">
              <a:spcBef>
                <a:spcPts val="0"/>
              </a:spcBef>
              <a:spcAft>
                <a:spcPts val="0"/>
              </a:spcAft>
              <a:buSzPts val="1400"/>
              <a:buNone/>
              <a:defRPr sz="4200" b="0" i="0" u="none" cap="none">
                <a:solidFill>
                  <a:schemeClr val="dk2"/>
                </a:solidFill>
                <a:latin typeface="Verdana"/>
                <a:ea typeface="Verdana"/>
                <a:cs typeface="Verdana"/>
              </a:defRPr>
            </a:lvl9pPr>
          </a:lstStyle>
          <a:p xmlns:a="http://schemas.openxmlformats.org/drawingml/2006/main"/>
        </p:txBody>
      </p:sp>
      <p:sp>
        <p:nvSpPr>
          <p:cNvPr id="75" name="Google Shape;75;p14">
            <a:extLst xmlns:a="http://schemas.openxmlformats.org/drawingml/2006/main">
              <a:ext uri="{FF2B5EF4-FFF2-40B4-BE49-F238E27FC236}">
                <a16:creationId xmlns:a16="http://schemas.microsoft.com/office/drawing/2014/main" id="{087170E2-431E-47FD-8B9D-55C1DDE41B15}"/>
              </a:ext>
            </a:extLst>
          </p:cNvPr>
          <p:cNvSpPr>
            <a:spLocks xmlns:a="http://schemas.openxmlformats.org/drawingml/2006/main" noGrp="1"/>
          </p:cNvSpPr>
          <p:nvPr/>
        </p:nvSpPr>
        <p:spPr>
          <a:xfrm xmlns:a="http://schemas.openxmlformats.org/drawingml/2006/main">
            <a:off x="-1" y="1016000"/>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76" name="Google Shape;76;p14">
            <a:extLst xmlns:a="http://schemas.openxmlformats.org/drawingml/2006/main">
              <a:ext uri="{FF2B5EF4-FFF2-40B4-BE49-F238E27FC236}">
                <a16:creationId xmlns:a16="http://schemas.microsoft.com/office/drawing/2014/main" id="{E103BFC2-5998-468A-911D-50B9E453ECE8}"/>
              </a:ext>
            </a:extLst>
          </p:cNvPr>
          <p:cNvSpPr>
            <a:spLocks xmlns:a="http://schemas.openxmlformats.org/drawingml/2006/main" noGrp="1"/>
          </p:cNvSpPr>
          <p:nvPr/>
        </p:nvSpPr>
        <p:spPr>
          <a:xfrm xmlns:a="http://schemas.openxmlformats.org/drawingml/2006/main">
            <a:off x="10714567" y="1069340"/>
            <a:ext cx="254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900" b="0" i="0" u="none" cap="none">
                <a:solidFill>
                  <a:srgbClr val="FFFFFF"/>
                </a:solidFill>
                <a:latin typeface="Arial"/>
                <a:ea typeface="Arial"/>
                <a:cs typeface="Arial"/>
              </a:rPr>
              <a:t>‹#›</a:t>
            </a:fld>
          </a:p>
        </p:txBody>
      </p:sp>
      <p:sp>
        <p:nvSpPr>
          <p:cNvPr id="77" name="Google Shape;77;p14">
            <a:extLst xmlns:a="http://schemas.openxmlformats.org/drawingml/2006/main">
              <a:ext uri="{FF2B5EF4-FFF2-40B4-BE49-F238E27FC236}">
                <a16:creationId xmlns:a16="http://schemas.microsoft.com/office/drawing/2014/main" id="{51D6B0A1-1A7C-4CCF-BA56-14A3298ED506}"/>
              </a:ext>
            </a:extLst>
          </p:cNvPr>
          <p:cNvSpPr>
            <a:spLocks xmlns:a="http://schemas.openxmlformats.org/drawingml/2006/main" noGrp="1"/>
          </p:cNvSpPr>
          <p:nvPr/>
        </p:nvSpPr>
        <p:spPr>
          <a:xfrm xmlns:a="http://schemas.openxmlformats.org/drawingml/2006/main">
            <a:off x="10663767" y="1069340"/>
            <a:ext cx="529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0" b="0" i="0" u="none" cap="none">
                <a:solidFill>
                  <a:srgbClr val="FFFFFF"/>
                </a:solidFill>
                <a:latin typeface="Verdana"/>
                <a:ea typeface="Verdana"/>
                <a:cs typeface="Verdana"/>
              </a:rPr>
              <a:t>|</a:t>
            </a:r>
          </a:p>
        </p:txBody>
      </p:sp>
      <p:pic>
        <p:nvPicPr>
          <p:cNvPr id="90" name="Google Shape;78;p14"/>
          <p:cNvPicPr>
            <a:picLocks xmlns:a="http://schemas.openxmlformats.org/drawingml/2006/main" noChangeAspect="1"/>
          </p:cNvPicPr>
          <p:nvPr/>
        </p:nvPicPr>
        <p:blipFill rotWithShape="1">
          <a:blip xmlns:r="http://schemas.openxmlformats.org/officeDocument/2006/relationships" xmlns:a="http://schemas.openxmlformats.org/drawingml/2006/main" r:embed="Rec43b96167564a3e">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79" name="Google Shape;79;p14">
            <a:extLst xmlns:a="http://schemas.openxmlformats.org/drawingml/2006/main">
              <a:ext uri="{FF2B5EF4-FFF2-40B4-BE49-F238E27FC236}">
                <a16:creationId xmlns:a16="http://schemas.microsoft.com/office/drawing/2014/main" id="{4756F0C8-3353-454F-B7EA-8E8DBA9ABE96}"/>
              </a:ext>
            </a:extLst>
          </p:cNvPr>
          <p:cNvSpPr>
            <a:spLocks xmlns:a="http://schemas.openxmlformats.org/drawingml/2006/main" noGrp="1"/>
          </p:cNvSpPr>
          <p:nvPr/>
        </p:nvSpPr>
        <p:spPr>
          <a:xfrm xmlns:a="http://schemas.openxmlformats.org/drawingml/2006/main">
            <a:off x="3687764" y="338138"/>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80" name="Google Shape;80;p14">
            <a:extLst xmlns:a="http://schemas.openxmlformats.org/drawingml/2006/main">
              <a:ext uri="{FF2B5EF4-FFF2-40B4-BE49-F238E27FC236}">
                <a16:creationId xmlns:a16="http://schemas.microsoft.com/office/drawing/2014/main" id="{B3A22180-C8D6-4AB8-BEF8-09150B182514}"/>
              </a:ext>
            </a:extLst>
          </p:cNvPr>
          <p:cNvSpPr>
            <a:spLocks xmlns:a="http://schemas.openxmlformats.org/drawingml/2006/main" noGrp="1"/>
          </p:cNvSpPr>
          <p:nvPr/>
        </p:nvSpPr>
        <p:spPr>
          <a:xfrm xmlns:a="http://schemas.openxmlformats.org/drawingml/2006/main">
            <a:off x="5811838" y="341314"/>
            <a:ext cx="2400300" cy="415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81" name="Google Shape;81;p14">
            <a:extLst xmlns:a="http://schemas.openxmlformats.org/drawingml/2006/main">
              <a:ext uri="{FF2B5EF4-FFF2-40B4-BE49-F238E27FC236}">
                <a16:creationId xmlns:a16="http://schemas.microsoft.com/office/drawing/2014/main" id="{70D62E9A-64D7-4285-80BB-20D4662E47F4}"/>
              </a:ext>
            </a:extLst>
          </p:cNvPr>
          <p:cNvSpPr>
            <a:spLocks xmlns:a="http://schemas.openxmlformats.org/drawingml/2006/main" noGrp="1"/>
          </p:cNvSpPr>
          <p:nvPr/>
        </p:nvSpPr>
        <p:spPr>
          <a:xfrm xmlns:a="http://schemas.openxmlformats.org/drawingml/2006/main">
            <a:off x="9838267" y="1069340"/>
            <a:ext cx="762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b="0" i="0" u="none" cap="none">
                <a:solidFill>
                  <a:srgbClr val="FFFFFF"/>
                </a:solidFill>
                <a:latin typeface="Verdana"/>
                <a:ea typeface="Verdana"/>
                <a:cs typeface="Verdana"/>
              </a:rPr>
              <a:t>04-01-2019</a:t>
            </a: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2" r:id="Rf3593f2786df4e03"/>
    <p:sldLayoutId xmlns:r="http://schemas.openxmlformats.org/officeDocument/2006/relationships" id="2147483663" r:id="R448606c0aa1345d6"/>
    <p:sldLayoutId xmlns:r="http://schemas.openxmlformats.org/officeDocument/2006/relationships" id="2147483664" r:id="Rfbb302cfa1d34ac2"/>
    <p:sldLayoutId xmlns:r="http://schemas.openxmlformats.org/officeDocument/2006/relationships" id="2147483665" r:id="Ra887863406da425b"/>
    <p:sldLayoutId xmlns:r="http://schemas.openxmlformats.org/officeDocument/2006/relationships" id="2147483666" r:id="Red8463f546fb41ec"/>
    <p:sldLayoutId xmlns:r="http://schemas.openxmlformats.org/officeDocument/2006/relationships" id="2147483667" r:id="Rf575bbdca0ff4bd2"/>
    <p:sldLayoutId xmlns:r="http://schemas.openxmlformats.org/officeDocument/2006/relationships" id="2147483668" r:id="Rfcf86cb8baae4553"/>
    <p:sldLayoutId xmlns:r="http://schemas.openxmlformats.org/officeDocument/2006/relationships" id="2147483669" r:id="R29194a8623f84278"/>
    <p:sldLayoutId xmlns:r="http://schemas.openxmlformats.org/officeDocument/2006/relationships" id="2147483670" r:id="Rc59a62281f704fad"/>
    <p:sldLayoutId xmlns:r="http://schemas.openxmlformats.org/officeDocument/2006/relationships" id="2147483671" r:id="R7971fd00bd5447f2"/>
    <p:sldLayoutId xmlns:r="http://schemas.openxmlformats.org/officeDocument/2006/relationships" id="2147483672" r:id="R28669d8b600242f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26" name="Google Shape;126;p26">
            <a:extLst xmlns:a="http://schemas.openxmlformats.org/drawingml/2006/main">
              <a:ext uri="{FF2B5EF4-FFF2-40B4-BE49-F238E27FC236}">
                <a16:creationId xmlns:a16="http://schemas.microsoft.com/office/drawing/2014/main" id="{D4F5A0C5-BBA0-4F90-A775-CAA5AB9418F9}"/>
              </a:ext>
            </a:extLst>
          </p:cNvPr>
          <p:cNvSpPr>
            <a:spLocks xmlns:a="http://schemas.openxmlformats.org/drawingml/2006/main" noGrp="1"/>
          </p:cNvSpPr>
          <p:nvPr/>
        </p:nvSpPr>
        <p:spPr>
          <a:xfrm xmlns:a="http://schemas.openxmlformats.org/drawingml/2006/main">
            <a:off x="169333" y="0"/>
            <a:ext cx="338667" cy="1017588"/>
          </a:xfrm>
          <a:prstGeom xmlns:a="http://schemas.openxmlformats.org/drawingml/2006/main" prst="rect">
            <a:avLst/>
          </a:prstGeom>
          <a:gradFill xmlns:a="http://schemas.openxmlformats.org/drawingml/2006/main">
            <a:gsLst>
              <a:gs pos="0">
                <a:srgbClr val="FFFFFF"/>
              </a:gs>
              <a:gs pos="100000">
                <a:srgbClr val="757575">
                  <a:alpha val="0"/>
                </a:srgbClr>
              </a:gs>
            </a:gsLst>
            <a:lin ang="0" scaled="0"/>
          </a:gra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27" name="Google Shape;127;p26">
            <a:extLst xmlns:a="http://schemas.openxmlformats.org/drawingml/2006/main">
              <a:ext uri="{FF2B5EF4-FFF2-40B4-BE49-F238E27FC236}">
                <a16:creationId xmlns:a16="http://schemas.microsoft.com/office/drawing/2014/main" id="{C7254931-DC0C-4EB3-A49C-DF9C933E7441}"/>
              </a:ext>
            </a:extLst>
          </p:cNvPr>
          <p:cNvSpPr>
            <a:spLocks xmlns:a="http://schemas.openxmlformats.org/drawingml/2006/main" noGrp="1"/>
          </p:cNvSpPr>
          <p:nvPr/>
        </p:nvSpPr>
        <p:spPr>
          <a:xfrm xmlns:a="http://schemas.openxmlformats.org/drawingml/2006/main">
            <a:off x="0" y="0"/>
            <a:ext cx="169333" cy="1017588"/>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28" name="Google Shape;128;p26">
            <a:extLst xmlns:a="http://schemas.openxmlformats.org/drawingml/2006/main">
              <a:ext uri="{FF2B5EF4-FFF2-40B4-BE49-F238E27FC236}">
                <a16:creationId xmlns:a16="http://schemas.microsoft.com/office/drawing/2014/main" id="{FC789C3E-16F0-44B9-A6CC-AB9ADA86C11A}"/>
              </a:ext>
            </a:extLst>
          </p:cNvPr>
          <p:cNvSpPr>
            <a:spLocks xmlns:a="http://schemas.openxmlformats.org/drawingml/2006/main" noGrp="1"/>
          </p:cNvSpPr>
          <p:nvPr>
            <p:ph type="body" idx="1"/>
          </p:nvPr>
        </p:nvSpPr>
        <p:spPr>
          <a:xfrm xmlns:a="http://schemas.openxmlformats.org/drawingml/2006/main">
            <a:off x="1" y="2154078"/>
            <a:ext cx="12187768" cy="44499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075" tIns="45700" rIns="267825" bIns="45700" anchor="t">
            <a:noAutofit/>
          </a:bodyPr>
          <a:lstStyle xmlns:a="http://schemas.openxmlformats.org/drawingml/2006/main">
            <a:lvl1pPr marL="457200" marR="0" indent="-387350" algn="l">
              <a:spcBef>
                <a:spcPts val="500"/>
              </a:spcBef>
              <a:spcAft>
                <a:spcPts val="0"/>
              </a:spcAft>
              <a:buClr>
                <a:schemeClr val="dk1"/>
              </a:buClr>
              <a:buSzPts val="2500"/>
              <a:buFont typeface="Verdana"/>
              <a:buChar char="›"/>
              <a:defRPr sz="2500" b="0" i="0" u="none" cap="none">
                <a:solidFill>
                  <a:schemeClr val="dk1"/>
                </a:solidFill>
                <a:latin typeface="Verdana"/>
                <a:ea typeface="Verdana"/>
                <a:cs typeface="Verdana"/>
              </a:defRPr>
            </a:lvl1pPr>
            <a:lvl2pPr marL="914400" marR="0" indent="-307975" algn="l">
              <a:spcBef>
                <a:spcPts val="500"/>
              </a:spcBef>
              <a:spcAft>
                <a:spcPts val="0"/>
              </a:spcAft>
              <a:buClr>
                <a:schemeClr val="dk1"/>
              </a:buClr>
              <a:buSzPts val="1250"/>
              <a:buFont typeface="Noto Sans Symbols"/>
              <a:buChar char="▪"/>
              <a:defRPr sz="2500" b="0" i="0" u="none" cap="none">
                <a:solidFill>
                  <a:schemeClr val="dk1"/>
                </a:solidFill>
                <a:latin typeface="Verdana"/>
                <a:ea typeface="Verdana"/>
                <a:cs typeface="Verdana"/>
              </a:defRPr>
            </a:lvl2pPr>
            <a:lvl3pPr marL="13716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3pPr>
            <a:lvl4pPr marL="18288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4pPr>
            <a:lvl5pPr marL="22860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5pPr>
            <a:lvl6pPr marL="27432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6pPr>
            <a:lvl7pPr marL="32004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7pPr>
            <a:lvl8pPr marL="36576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8pPr>
            <a:lvl9pPr marL="4114800" marR="0" indent="-387350" algn="l">
              <a:spcBef>
                <a:spcPts val="500"/>
              </a:spcBef>
              <a:spcAft>
                <a:spcPts val="0"/>
              </a:spcAft>
              <a:buClr>
                <a:schemeClr val="dk1"/>
              </a:buClr>
              <a:buSzPts val="2500"/>
              <a:buFont typeface="Courier New"/>
              <a:buChar char="-"/>
              <a:defRPr sz="2500" b="0" i="0" u="none" cap="none">
                <a:solidFill>
                  <a:schemeClr val="dk1"/>
                </a:solidFill>
                <a:latin typeface="Verdana"/>
                <a:ea typeface="Verdana"/>
                <a:cs typeface="Verdana"/>
              </a:defRPr>
            </a:lvl9pPr>
          </a:lstStyle>
          <a:p xmlns:a="http://schemas.openxmlformats.org/drawingml/2006/main"/>
        </p:txBody>
      </p:sp>
      <p:sp>
        <p:nvSpPr>
          <p:cNvPr id="129" name="Google Shape;129;p26">
            <a:extLst xmlns:a="http://schemas.openxmlformats.org/drawingml/2006/main">
              <a:ext uri="{FF2B5EF4-FFF2-40B4-BE49-F238E27FC236}">
                <a16:creationId xmlns:a16="http://schemas.microsoft.com/office/drawing/2014/main" id="{F8D7046D-DD6D-40C7-B168-0E1B9D7A788C}"/>
              </a:ext>
            </a:extLst>
          </p:cNvPr>
          <p:cNvSpPr>
            <a:spLocks xmlns:a="http://schemas.openxmlformats.org/drawingml/2006/main" noGrp="1"/>
          </p:cNvSpPr>
          <p:nvPr>
            <p:ph type="title" idx="0"/>
          </p:nvPr>
        </p:nvSpPr>
        <p:spPr>
          <a:xfrm xmlns:a="http://schemas.openxmlformats.org/drawingml/2006/main">
            <a:off x="1" y="1282700"/>
            <a:ext cx="12187768" cy="7921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82800" tIns="45700" rIns="270000" bIns="45700" anchor="ctr">
            <a:noAutofit/>
          </a:bodyPr>
          <a:lstStyle xmlns:a="http://schemas.openxmlformats.org/drawingml/2006/main">
            <a:lvl1pPr marR="0" algn="l">
              <a:spcBef>
                <a:spcPts val="0"/>
              </a:spcBef>
              <a:spcAft>
                <a:spcPts val="0"/>
              </a:spcAft>
              <a:buSzPts val="1400"/>
              <a:buNone/>
              <a:defRPr sz="4200" b="0" i="0" u="none" cap="none">
                <a:solidFill>
                  <a:schemeClr val="dk2"/>
                </a:solidFill>
                <a:latin typeface="Verdana"/>
                <a:ea typeface="Verdana"/>
                <a:cs typeface="Verdana"/>
              </a:defRPr>
            </a:lvl1pPr>
            <a:lvl2pPr marR="0" algn="l">
              <a:spcBef>
                <a:spcPts val="0"/>
              </a:spcBef>
              <a:spcAft>
                <a:spcPts val="0"/>
              </a:spcAft>
              <a:buSzPts val="1400"/>
              <a:buNone/>
              <a:defRPr sz="4200" b="0" i="0" u="none" cap="none">
                <a:solidFill>
                  <a:schemeClr val="dk2"/>
                </a:solidFill>
                <a:latin typeface="Verdana"/>
                <a:ea typeface="Verdana"/>
                <a:cs typeface="Verdana"/>
              </a:defRPr>
            </a:lvl2pPr>
            <a:lvl3pPr marR="0" algn="l">
              <a:spcBef>
                <a:spcPts val="0"/>
              </a:spcBef>
              <a:spcAft>
                <a:spcPts val="0"/>
              </a:spcAft>
              <a:buSzPts val="1400"/>
              <a:buNone/>
              <a:defRPr sz="4200" b="0" i="0" u="none" cap="none">
                <a:solidFill>
                  <a:schemeClr val="dk2"/>
                </a:solidFill>
                <a:latin typeface="Verdana"/>
                <a:ea typeface="Verdana"/>
                <a:cs typeface="Verdana"/>
              </a:defRPr>
            </a:lvl3pPr>
            <a:lvl4pPr marR="0" algn="l">
              <a:spcBef>
                <a:spcPts val="0"/>
              </a:spcBef>
              <a:spcAft>
                <a:spcPts val="0"/>
              </a:spcAft>
              <a:buSzPts val="1400"/>
              <a:buNone/>
              <a:defRPr sz="4200" b="0" i="0" u="none" cap="none">
                <a:solidFill>
                  <a:schemeClr val="dk2"/>
                </a:solidFill>
                <a:latin typeface="Verdana"/>
                <a:ea typeface="Verdana"/>
                <a:cs typeface="Verdana"/>
              </a:defRPr>
            </a:lvl4pPr>
            <a:lvl5pPr marR="0" algn="l">
              <a:spcBef>
                <a:spcPts val="0"/>
              </a:spcBef>
              <a:spcAft>
                <a:spcPts val="0"/>
              </a:spcAft>
              <a:buSzPts val="1400"/>
              <a:buNone/>
              <a:defRPr sz="4200" b="0" i="0" u="none" cap="none">
                <a:solidFill>
                  <a:schemeClr val="dk2"/>
                </a:solidFill>
                <a:latin typeface="Verdana"/>
                <a:ea typeface="Verdana"/>
                <a:cs typeface="Verdana"/>
              </a:defRPr>
            </a:lvl5pPr>
            <a:lvl6pPr marR="0" algn="l">
              <a:spcBef>
                <a:spcPts val="0"/>
              </a:spcBef>
              <a:spcAft>
                <a:spcPts val="0"/>
              </a:spcAft>
              <a:buSzPts val="1400"/>
              <a:buNone/>
              <a:defRPr sz="4200" b="0" i="0" u="none" cap="none">
                <a:solidFill>
                  <a:schemeClr val="dk2"/>
                </a:solidFill>
                <a:latin typeface="Verdana"/>
                <a:ea typeface="Verdana"/>
                <a:cs typeface="Verdana"/>
              </a:defRPr>
            </a:lvl6pPr>
            <a:lvl7pPr marR="0" algn="l">
              <a:spcBef>
                <a:spcPts val="0"/>
              </a:spcBef>
              <a:spcAft>
                <a:spcPts val="0"/>
              </a:spcAft>
              <a:buSzPts val="1400"/>
              <a:buNone/>
              <a:defRPr sz="4200" b="0" i="0" u="none" cap="none">
                <a:solidFill>
                  <a:schemeClr val="dk2"/>
                </a:solidFill>
                <a:latin typeface="Verdana"/>
                <a:ea typeface="Verdana"/>
                <a:cs typeface="Verdana"/>
              </a:defRPr>
            </a:lvl7pPr>
            <a:lvl8pPr marR="0" algn="l">
              <a:spcBef>
                <a:spcPts val="0"/>
              </a:spcBef>
              <a:spcAft>
                <a:spcPts val="0"/>
              </a:spcAft>
              <a:buSzPts val="1400"/>
              <a:buNone/>
              <a:defRPr sz="4200" b="0" i="0" u="none" cap="none">
                <a:solidFill>
                  <a:schemeClr val="dk2"/>
                </a:solidFill>
                <a:latin typeface="Verdana"/>
                <a:ea typeface="Verdana"/>
                <a:cs typeface="Verdana"/>
              </a:defRPr>
            </a:lvl8pPr>
            <a:lvl9pPr marR="0" algn="l">
              <a:spcBef>
                <a:spcPts val="0"/>
              </a:spcBef>
              <a:spcAft>
                <a:spcPts val="0"/>
              </a:spcAft>
              <a:buSzPts val="1400"/>
              <a:buNone/>
              <a:defRPr sz="4200" b="0" i="0" u="none" cap="none">
                <a:solidFill>
                  <a:schemeClr val="dk2"/>
                </a:solidFill>
                <a:latin typeface="Verdana"/>
                <a:ea typeface="Verdana"/>
                <a:cs typeface="Verdana"/>
              </a:defRPr>
            </a:lvl9pPr>
          </a:lstStyle>
          <a:p xmlns:a="http://schemas.openxmlformats.org/drawingml/2006/main"/>
        </p:txBody>
      </p:sp>
      <p:sp>
        <p:nvSpPr>
          <p:cNvPr id="130" name="Google Shape;130;p26">
            <a:extLst xmlns:a="http://schemas.openxmlformats.org/drawingml/2006/main">
              <a:ext uri="{FF2B5EF4-FFF2-40B4-BE49-F238E27FC236}">
                <a16:creationId xmlns:a16="http://schemas.microsoft.com/office/drawing/2014/main" id="{E7FBDA7A-6F90-4B04-9518-FA940D6228AC}"/>
              </a:ext>
            </a:extLst>
          </p:cNvPr>
          <p:cNvSpPr>
            <a:spLocks xmlns:a="http://schemas.openxmlformats.org/drawingml/2006/main" noGrp="1"/>
          </p:cNvSpPr>
          <p:nvPr/>
        </p:nvSpPr>
        <p:spPr>
          <a:xfrm xmlns:a="http://schemas.openxmlformats.org/drawingml/2006/main">
            <a:off x="-1" y="1016000"/>
            <a:ext cx="12192000" cy="266700"/>
          </a:xfrm>
          <a:prstGeom xmlns:a="http://schemas.openxmlformats.org/drawingml/2006/main" prst="rect">
            <a:avLst/>
          </a:prstGeom>
          <a:solidFill xmlns:a="http://schemas.openxmlformats.org/drawingml/2006/main">
            <a:srgbClr val="CC0000"/>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31" name="Google Shape;131;p26">
            <a:extLst xmlns:a="http://schemas.openxmlformats.org/drawingml/2006/main">
              <a:ext uri="{FF2B5EF4-FFF2-40B4-BE49-F238E27FC236}">
                <a16:creationId xmlns:a16="http://schemas.microsoft.com/office/drawing/2014/main" id="{B30888AD-0DCF-47FE-802F-AF35C164225D}"/>
              </a:ext>
            </a:extLst>
          </p:cNvPr>
          <p:cNvSpPr>
            <a:spLocks xmlns:a="http://schemas.openxmlformats.org/drawingml/2006/main" noGrp="1"/>
          </p:cNvSpPr>
          <p:nvPr/>
        </p:nvSpPr>
        <p:spPr>
          <a:xfrm xmlns:a="http://schemas.openxmlformats.org/drawingml/2006/main">
            <a:off x="10714567" y="1069340"/>
            <a:ext cx="254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fld id="{00000000-1234-1234-1234-123412341234}" type="slidenum">
              <a:rPr sz="900" b="0" i="0" u="none" cap="none">
                <a:solidFill>
                  <a:srgbClr val="FFFFFF"/>
                </a:solidFill>
                <a:latin typeface="Arial"/>
                <a:ea typeface="Arial"/>
                <a:cs typeface="Arial"/>
              </a:rPr>
              <a:t>‹#›</a:t>
            </a:fld>
          </a:p>
        </p:txBody>
      </p:sp>
      <p:sp>
        <p:nvSpPr>
          <p:cNvPr id="132" name="Google Shape;132;p26">
            <a:extLst xmlns:a="http://schemas.openxmlformats.org/drawingml/2006/main">
              <a:ext uri="{FF2B5EF4-FFF2-40B4-BE49-F238E27FC236}">
                <a16:creationId xmlns:a16="http://schemas.microsoft.com/office/drawing/2014/main" id="{913280D4-695D-4367-B1BD-6A9CD4691931}"/>
              </a:ext>
            </a:extLst>
          </p:cNvPr>
          <p:cNvSpPr>
            <a:spLocks xmlns:a="http://schemas.openxmlformats.org/drawingml/2006/main" noGrp="1"/>
          </p:cNvSpPr>
          <p:nvPr/>
        </p:nvSpPr>
        <p:spPr>
          <a:xfrm xmlns:a="http://schemas.openxmlformats.org/drawingml/2006/main">
            <a:off x="10663767" y="1069340"/>
            <a:ext cx="529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0" b="0" i="0" u="none" cap="none">
                <a:solidFill>
                  <a:srgbClr val="FFFFFF"/>
                </a:solidFill>
                <a:latin typeface="Verdana"/>
                <a:ea typeface="Verdana"/>
                <a:cs typeface="Verdana"/>
              </a:rPr>
              <a:t>|</a:t>
            </a:r>
          </a:p>
        </p:txBody>
      </p:sp>
      <p:pic>
        <p:nvPicPr>
          <p:cNvPr id="145" name="Google Shape;133;p26"/>
          <p:cNvPicPr>
            <a:picLocks xmlns:a="http://schemas.openxmlformats.org/drawingml/2006/main" noChangeAspect="1"/>
          </p:cNvPicPr>
          <p:nvPr/>
        </p:nvPicPr>
        <p:blipFill rotWithShape="1">
          <a:blip xmlns:r="http://schemas.openxmlformats.org/officeDocument/2006/relationships" xmlns:a="http://schemas.openxmlformats.org/drawingml/2006/main" r:embed="R5fe218b47a9a4c29">
            <a:alphaModFix/>
          </a:blip>
          <a:srcRect xmlns:a="http://schemas.openxmlformats.org/drawingml/2006/main" l="0" t="0" r="0" b="0"/>
          <a:stretch xmlns:a="http://schemas.openxmlformats.org/drawingml/2006/main"/>
        </p:blipFill>
        <p:spPr>
          <a:xfrm xmlns:a="http://schemas.openxmlformats.org/drawingml/2006/main">
            <a:off x="527050" y="205232"/>
            <a:ext cx="2399004" cy="660400"/>
          </a:xfrm>
          <a:prstGeom xmlns:a="http://schemas.openxmlformats.org/drawingml/2006/main" prst="rect">
            <a:avLst/>
          </a:prstGeom>
          <a:ln xmlns:a="http://schemas.openxmlformats.org/drawingml/2006/main">
            <a:noFill/>
          </a:ln>
        </p:spPr>
      </p:pic>
      <p:sp>
        <p:nvSpPr>
          <p:cNvPr id="134" name="Google Shape;134;p26">
            <a:extLst xmlns:a="http://schemas.openxmlformats.org/drawingml/2006/main">
              <a:ext uri="{FF2B5EF4-FFF2-40B4-BE49-F238E27FC236}">
                <a16:creationId xmlns:a16="http://schemas.microsoft.com/office/drawing/2014/main" id="{780E7A59-0091-410F-997C-8E97E9F4DB09}"/>
              </a:ext>
            </a:extLst>
          </p:cNvPr>
          <p:cNvSpPr>
            <a:spLocks xmlns:a="http://schemas.openxmlformats.org/drawingml/2006/main" noGrp="1"/>
          </p:cNvSpPr>
          <p:nvPr/>
        </p:nvSpPr>
        <p:spPr>
          <a:xfrm xmlns:a="http://schemas.openxmlformats.org/drawingml/2006/main">
            <a:off x="3687764" y="338138"/>
            <a:ext cx="65" cy="153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35" name="Google Shape;135;p26">
            <a:extLst xmlns:a="http://schemas.openxmlformats.org/drawingml/2006/main">
              <a:ext uri="{FF2B5EF4-FFF2-40B4-BE49-F238E27FC236}">
                <a16:creationId xmlns:a16="http://schemas.microsoft.com/office/drawing/2014/main" id="{CE6AA99D-5C8D-4610-838C-E43C644048A2}"/>
              </a:ext>
            </a:extLst>
          </p:cNvPr>
          <p:cNvSpPr>
            <a:spLocks xmlns:a="http://schemas.openxmlformats.org/drawingml/2006/main" noGrp="1"/>
          </p:cNvSpPr>
          <p:nvPr/>
        </p:nvSpPr>
        <p:spPr>
          <a:xfrm xmlns:a="http://schemas.openxmlformats.org/drawingml/2006/main">
            <a:off x="5811838" y="341314"/>
            <a:ext cx="2400300" cy="3063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t/>
            </a:r>
          </a:p>
        </p:txBody>
      </p:sp>
      <p:sp>
        <p:nvSpPr>
          <p:cNvPr id="136" name="Google Shape;136;p26">
            <a:extLst xmlns:a="http://schemas.openxmlformats.org/drawingml/2006/main">
              <a:ext uri="{FF2B5EF4-FFF2-40B4-BE49-F238E27FC236}">
                <a16:creationId xmlns:a16="http://schemas.microsoft.com/office/drawing/2014/main" id="{0A31C67C-8707-411E-B52D-1E81CE3383FE}"/>
              </a:ext>
            </a:extLst>
          </p:cNvPr>
          <p:cNvSpPr>
            <a:spLocks xmlns:a="http://schemas.openxmlformats.org/drawingml/2006/main" noGrp="1"/>
          </p:cNvSpPr>
          <p:nvPr/>
        </p:nvSpPr>
        <p:spPr>
          <a:xfrm xmlns:a="http://schemas.openxmlformats.org/drawingml/2006/main">
            <a:off x="9838267" y="1069340"/>
            <a:ext cx="762000" cy="1384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b="0" i="0" u="none" cap="none">
                <a:solidFill>
                  <a:srgbClr val="FFFFFF"/>
                </a:solidFill>
                <a:latin typeface="Verdana"/>
                <a:ea typeface="Verdana"/>
                <a:cs typeface="Verdana"/>
              </a:rPr>
              <a:t>04-01-2019</a:t>
            </a: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4" r:id="R006636c7f58541cb"/>
    <p:sldLayoutId xmlns:r="http://schemas.openxmlformats.org/officeDocument/2006/relationships" id="2147483675" r:id="R575a50402b94412a"/>
    <p:sldLayoutId xmlns:r="http://schemas.openxmlformats.org/officeDocument/2006/relationships" id="2147483676" r:id="R511d4e0013a94a8b"/>
    <p:sldLayoutId xmlns:r="http://schemas.openxmlformats.org/officeDocument/2006/relationships" id="2147483677" r:id="Ra8d1e4ac53f340e5"/>
    <p:sldLayoutId xmlns:r="http://schemas.openxmlformats.org/officeDocument/2006/relationships" id="2147483678" r:id="R2ca56cd9844349ca"/>
    <p:sldLayoutId xmlns:r="http://schemas.openxmlformats.org/officeDocument/2006/relationships" id="2147483679" r:id="Rd77b069ca13b49e3"/>
    <p:sldLayoutId xmlns:r="http://schemas.openxmlformats.org/officeDocument/2006/relationships" id="2147483680" r:id="R76770ebe99544e63"/>
    <p:sldLayoutId xmlns:r="http://schemas.openxmlformats.org/officeDocument/2006/relationships" id="2147483681" r:id="R1158a0c2556442c5"/>
    <p:sldLayoutId xmlns:r="http://schemas.openxmlformats.org/officeDocument/2006/relationships" id="2147483682" r:id="R01520518f6284865"/>
    <p:sldLayoutId xmlns:r="http://schemas.openxmlformats.org/officeDocument/2006/relationships" id="2147483683" r:id="Rc57105d44eef4c23"/>
    <p:sldLayoutId xmlns:r="http://schemas.openxmlformats.org/officeDocument/2006/relationships" id="2147483684" r:id="Rb08b88e0a6b34ebe"/>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Title Design">
  <a:themeElements>
    <a:clrScheme name="Title Design 1">
      <a:dk1>
        <a:srgbClr val="000000"/>
      </a:dk1>
      <a:lt1>
        <a:srgbClr val="FFFFFF"/>
      </a:lt1>
      <a:dk2>
        <a:srgbClr val="FFFFFF"/>
      </a:dk2>
      <a:lt2>
        <a:srgbClr val="808080"/>
      </a:lt2>
      <a:accent1>
        <a:srgbClr val="009CEF"/>
      </a:accent1>
      <a:accent2>
        <a:srgbClr val="CC0000"/>
      </a:accent2>
      <a:accent3>
        <a:srgbClr val="FFFFFF"/>
      </a:accent3>
      <a:accent4>
        <a:srgbClr val="000000"/>
      </a:accent4>
      <a:accent5>
        <a:srgbClr val="AACBF6"/>
      </a:accent5>
      <a:accent6>
        <a:srgbClr val="B90000"/>
      </a:accent6>
      <a:hlink>
        <a:srgbClr val="000000"/>
      </a:hlink>
      <a:folHlink>
        <a:srgbClr val="772D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tle Desig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Break Design">
  <a:themeElements>
    <a:clrScheme name="Break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reak Desig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End Design">
  <a:themeElements>
    <a:clrScheme name="End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d Desig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c92b76aa92492e" /><Relationship Type="http://schemas.openxmlformats.org/officeDocument/2006/relationships/image" Target="/ppt/media/image2.png" Id="R8c766d42c9084fb1" /><Relationship Type="http://schemas.openxmlformats.org/officeDocument/2006/relationships/notesSlide" Target="/ppt/notesSlides/notesSlide1.xml" Id="Rde65317efb1d4d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7fdfe74231b4dce" /><Relationship Type="http://schemas.openxmlformats.org/officeDocument/2006/relationships/image" Target="/ppt/media/image3.png" Id="Rd8bb0cda7c1744b6" /><Relationship Type="http://schemas.openxmlformats.org/officeDocument/2006/relationships/notesSlide" Target="/ppt/notesSlides/notesSlide2.xml" Id="R358664072b3740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2b810c567694d5f" /><Relationship Type="http://schemas.openxmlformats.org/officeDocument/2006/relationships/image" Target="/ppt/media/image4.png" Id="R414d5558e1bc4133" /><Relationship Type="http://schemas.openxmlformats.org/officeDocument/2006/relationships/notesSlide" Target="/ppt/notesSlides/notesSlide3.xml" Id="R00434105f6154a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903d882629f4905" /><Relationship Type="http://schemas.openxmlformats.org/officeDocument/2006/relationships/image" Target="/ppt/media/image5.png" Id="R03559181c42e43c3" /><Relationship Type="http://schemas.openxmlformats.org/officeDocument/2006/relationships/notesSlide" Target="/ppt/notesSlides/notesSlide4.xml" Id="R2729a4e7ec3149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fd9543000e44707" /><Relationship Type="http://schemas.openxmlformats.org/officeDocument/2006/relationships/image" Target="/ppt/media/image6.png" Id="R1a7a77e5aa5d4ad3" /><Relationship Type="http://schemas.openxmlformats.org/officeDocument/2006/relationships/notesSlide" Target="/ppt/notesSlides/notesSlide5.xml" Id="R0c9b23e7c61f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7d428a56dce4139" /><Relationship Type="http://schemas.openxmlformats.org/officeDocument/2006/relationships/image" Target="/ppt/media/image7.png" Id="R086d69dcc7d148e8" /><Relationship Type="http://schemas.openxmlformats.org/officeDocument/2006/relationships/notesSlide" Target="/ppt/notesSlides/notesSlide6.xml" Id="Rb94cfa065d1844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b9bc783e78a46cc" /><Relationship Type="http://schemas.openxmlformats.org/officeDocument/2006/relationships/image" Target="/ppt/media/image8.png" Id="Rc73ab8f8f0ee4fe4" /><Relationship Type="http://schemas.openxmlformats.org/officeDocument/2006/relationships/notesSlide" Target="/ppt/notesSlides/notesSlide7.xml" Id="R0c69c7604c654e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7ebf59a19cb435b" /><Relationship Type="http://schemas.openxmlformats.org/officeDocument/2006/relationships/image" Target="/ppt/media/image9.png" Id="R227e8407c0274fb6" /><Relationship Type="http://schemas.openxmlformats.org/officeDocument/2006/relationships/notesSlide" Target="/ppt/notesSlides/notesSlide8.xml" Id="Rf08e5ed664ac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2b6837f6aaf4d80" /><Relationship Type="http://schemas.openxmlformats.org/officeDocument/2006/relationships/image" Target="/ppt/media/image10.png" Id="Re17f5b6ebfa94781" /><Relationship Type="http://schemas.openxmlformats.org/officeDocument/2006/relationships/notesSlide" Target="/ppt/notesSlides/notesSlide9.xml" Id="Rccb9ad62903946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cb95b86328745e4" /><Relationship Type="http://schemas.openxmlformats.org/officeDocument/2006/relationships/image" Target="/ppt/media/image11.png" Id="R30ef865472ea4f54" /><Relationship Type="http://schemas.openxmlformats.org/officeDocument/2006/relationships/notesSlide" Target="/ppt/notesSlides/notesSlide10.xml" Id="R587fa4e9accf46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95818ed2e1e48cb" /><Relationship Type="http://schemas.openxmlformats.org/officeDocument/2006/relationships/image" Target="/ppt/media/image12.png" Id="R6c0e68685fed4603" /><Relationship Type="http://schemas.openxmlformats.org/officeDocument/2006/relationships/notesSlide" Target="/ppt/notesSlides/notesSlide11.xml" Id="R4b1c1a3b47424b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ff20eafc8434fac" /><Relationship Type="http://schemas.openxmlformats.org/officeDocument/2006/relationships/image" Target="/ppt/media/image13.png" Id="R57904bbb022d4486" /><Relationship Type="http://schemas.openxmlformats.org/officeDocument/2006/relationships/notesSlide" Target="/ppt/notesSlides/notesSlide12.xml" Id="R21f523680eed4f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717e6ddd5a34660" /><Relationship Type="http://schemas.openxmlformats.org/officeDocument/2006/relationships/image" Target="/ppt/media/image14.png" Id="R7702dbb38f7c4f8f" /><Relationship Type="http://schemas.openxmlformats.org/officeDocument/2006/relationships/notesSlide" Target="/ppt/notesSlides/notesSlide13.xml" Id="Rbac85764a0ea4f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6552dbf998b4c36" /><Relationship Type="http://schemas.openxmlformats.org/officeDocument/2006/relationships/image" Target="/ppt/media/image15.png" Id="R32117d172227441b" /><Relationship Type="http://schemas.openxmlformats.org/officeDocument/2006/relationships/notesSlide" Target="/ppt/notesSlides/notesSlide14.xml" Id="R290c24af562c4b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9b224dd564f4747" /><Relationship Type="http://schemas.openxmlformats.org/officeDocument/2006/relationships/image" Target="/ppt/media/image16.png" Id="R989a7bcd7d744f15" /><Relationship Type="http://schemas.openxmlformats.org/officeDocument/2006/relationships/notesSlide" Target="/ppt/notesSlides/notesSlide15.xml" Id="R13dd7a8ccdc343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4.xml" Id="R2e31ca4c4e6b4960" /><Relationship Type="http://schemas.openxmlformats.org/officeDocument/2006/relationships/image" Target="/ppt/media/image17.png" Id="R2aebb32998774eea" /><Relationship Type="http://schemas.openxmlformats.org/officeDocument/2006/relationships/notesSlide" Target="/ppt/notesSlides/notesSlide16.xml" Id="Rb5ac22831329427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c766d42c9084fb1"/>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167616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bb0cda7c1744b6"/>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14d5558e1bc4133"/>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3559181c42e43c3"/>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a7a77e5aa5d4ad3"/>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86d69dcc7d148e8"/>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3ab8f8f0ee4fe4"/>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27e8407c0274fb6"/>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17f5b6ebfa94781"/>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ef865472ea4f54"/>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c0e68685fed4603"/>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904bbb022d4486"/>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702dbb38f7c4f8f"/>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2117d172227441b"/>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89a7bcd7d744f15"/>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512127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ebb32998774eea"/>
          <a:srcRect xmlns:a="http://schemas.openxmlformats.org/drawingml/2006/main" l="0" t="24" r="0" b="2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445653"/>
      </p:ext>
    </p:extLst>
  </p:cSld>
</p:sld>
</file>

<file path=ppt/theme/theme1.xml><?xml version="1.0" encoding="utf-8"?>
<a:theme xmlns:a="http://schemas.openxmlformats.org/drawingml/2006/main" name="Title Design">
  <a:themeElements>
    <a:clrScheme name="Title Design 1">
      <a:dk1>
        <a:srgbClr val="000000"/>
      </a:dk1>
      <a:lt1>
        <a:srgbClr val="FFFFFF"/>
      </a:lt1>
      <a:dk2>
        <a:srgbClr val="FFFFFF"/>
      </a:dk2>
      <a:lt2>
        <a:srgbClr val="808080"/>
      </a:lt2>
      <a:accent1>
        <a:srgbClr val="009CEF"/>
      </a:accent1>
      <a:accent2>
        <a:srgbClr val="CC0000"/>
      </a:accent2>
      <a:accent3>
        <a:srgbClr val="FFFFFF"/>
      </a:accent3>
      <a:accent4>
        <a:srgbClr val="000000"/>
      </a:accent4>
      <a:accent5>
        <a:srgbClr val="AACBF6"/>
      </a:accent5>
      <a:accent6>
        <a:srgbClr val="B90000"/>
      </a:accent6>
      <a:hlink>
        <a:srgbClr val="000000"/>
      </a:hlink>
      <a:folHlink>
        <a:srgbClr val="772D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tle Desig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2026-07-31T12:46:09.0760000Z</dcterms:created>
  <dcterms:modified xsi:type="dcterms:W3CDTF">2026-07-31T12:46:09.0760000Z</dcterms:modified>
</coreProperties>
</file>